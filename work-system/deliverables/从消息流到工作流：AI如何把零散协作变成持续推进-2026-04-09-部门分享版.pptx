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49808"/>
            <a:ext cx="1554480" cy="292608"/>
          </a:xfrm>
          <a:prstGeom prst="roundRect">
            <a:avLst>
              <a:gd name="adj" fmla="val 9375"/>
            </a:avLst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813816"/>
            <a:ext cx="140817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INTERNAL SHARE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26464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从消息流到工作流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如何把零散协作变成持续推进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03580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i="1" dirty="0">
                <a:solidFill>
                  <a:srgbClr val="D9E3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今天不重点讲模型能力，重点讲一条真实可复用的落地路径。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355080" y="1298448"/>
            <a:ext cx="0" cy="4526280"/>
          </a:xfrm>
          <a:prstGeom prst="line">
            <a:avLst/>
          </a:prstGeom>
          <a:noFill/>
          <a:ln w="12700">
            <a:solidFill>
              <a:srgbClr val="4255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755648"/>
            <a:ext cx="4480560" cy="1261872"/>
          </a:xfrm>
          <a:prstGeom prst="roundRect">
            <a:avLst>
              <a:gd name="adj" fmla="val 3623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956816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今天我想讲的三件事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0" y="2322576"/>
            <a:ext cx="4069080" cy="53035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一，日志猎人如何把 AI 第一次真正带进业务现场。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二，为什么后来要继续补长期记忆和工作控制系统。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3401568"/>
            <a:ext cx="44805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602736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第三部分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3968496"/>
            <a:ext cx="4069080" cy="105156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不只是提升个人效率，也在改变协作方式和后续产品化路径。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 · CASE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第一部分：先从“日志猎人”这个真实项目说起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我第一次深度落地 AI，不是从宏大框架开始的，而是从一个很具体的问题开始的：日志分析。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347472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2841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694176"/>
            <a:ext cx="3063240" cy="160020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最开始只是想做一个更高效的日志巡检工具，把异常、慢接口和代表链路先自动捞出来。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0832" y="3127248"/>
            <a:ext cx="3474720" cy="2331720"/>
          </a:xfrm>
          <a:prstGeom prst="roundRect">
            <a:avLst>
              <a:gd name="adj" fmla="val 1961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32841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3694176"/>
            <a:ext cx="3063240" cy="160020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越往下做越发现，难点不是“看懂一次日志”，而是怎么把一次分析继续接成定位、记录和后续推进。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36992" y="3127248"/>
            <a:ext cx="324612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32841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价值判断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65592" y="3694176"/>
            <a:ext cx="2834640" cy="160020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如果只停在单次回答，价值很快就会掉；只有接进工作流，才会越来越有复利。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日志猎人给我的最大启发，不是“我第一次用上了 AI”，而是我第一次感受到：AI 也可以变成推进链路的一部分。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 · LESSONS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日志猎人的三个关键教训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969264"/>
          </a:xfrm>
          <a:prstGeom prst="roundRect">
            <a:avLst>
              <a:gd name="adj" fmla="val 5660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项目最容易做得热闹，最难做得可复用。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04672" y="3072384"/>
            <a:ext cx="338328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273552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教训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639312"/>
            <a:ext cx="2971800" cy="17830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不要一开始就追求大而全。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先抓一个真实痛点，把“异常识别 + 报告整理 + 可继续分析”这条最小链路跑通。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407408" y="3072384"/>
            <a:ext cx="3383280" cy="2514600"/>
          </a:xfrm>
          <a:prstGeom prst="roundRect">
            <a:avLst>
              <a:gd name="adj" fmla="val 1818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273552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教训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3639312"/>
            <a:ext cx="2971800" cy="17830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真正有价值的，不是某次回答多漂亮，而是结果能不能沉淀成后面还用得上的分析底稿。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10144" y="3072384"/>
            <a:ext cx="3163824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273552"/>
            <a:ext cx="27523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教训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38744" y="3639312"/>
            <a:ext cx="2752344" cy="17830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问题分析不是终点。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能不能反哺专项推进，才是这类能力最后有没有业务价值的关键。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8680" y="5815584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如果只让我用一句话总结这段经历，我会说：日志猎人最有价值的，不是多查了一次日志，而是第一次把“发现问题、分析问题、推进问题”接成了一条链。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 ·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案例：中江病区护士站节点 down 事件，如何从事故分析变成专项底稿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这次比较不一样的地方，不是我怀疑哪里有问题，而是我把日志巡检、代码分析和专项记录真正接起来了。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28416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已经收口到的内容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3272" y="3694176"/>
            <a:ext cx="4846320" cy="182880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确认了目标接口和关键代码路径；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识别出 3 段远程依赖串行执行、集成方式无缓存、通用查询链路过度取数等核心问题；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形成了第一版优化草案。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2841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下一步怎么继续推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28232" y="3694176"/>
            <a:ext cx="4572000" cy="182880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补运行时分段耗时证据；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确认现场到底走的是哪条分支；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再决定优先做止血优化，还是直接往中期治理推进。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868680" y="5742432"/>
            <a:ext cx="10332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这次最重要的不是“已经解决完”，而是第一次把一个事故驱动的问题推进到了可文档化、可追踪、可继续落实的状态。对护士站研发来说，这类案例也不只是一次问题处理，</a:t>
            </a:r>
            <a:r>
              <a:rPr lang="en-US" sz="1320" b="1" dirty="0">
                <a:solidFill>
                  <a:srgbClr val="1F2A44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而是在</a:t>
            </a:r>
            <a:r>
              <a:rPr lang="en-US" sz="132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性能优化、降本增效和系统稳定性</a:t>
            </a:r>
            <a:r>
              <a:rPr lang="en-US" sz="1320" b="1" dirty="0">
                <a:solidFill>
                  <a:srgbClr val="1F2A44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主线上，逐步衍生出可继续推进的专项子任务。</a:t>
            </a:r>
            <a:endParaRPr lang="en-US" sz="1320" b="1" dirty="0">
              <a:solidFill>
                <a:srgbClr val="1F2A44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 · SYSTEM THINKING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第二部分：为什么后来没有停在一个工具上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做完前面这个案例以后，我很快遇到第二个问题：分析结果如果还只是停留在聊天里，过几天还是会断。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68680" y="3182112"/>
            <a:ext cx="10241280" cy="2286000"/>
          </a:xfrm>
          <a:prstGeom prst="roundRect">
            <a:avLst>
              <a:gd name="adj" fmla="val 2000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383280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核心判断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9829800" cy="15544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所以我后面没有继续只做“更强的工具”，而是开始补一套承接系统。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我越来越把这件事理解成：不是给自己多加几个模块，而是在给协作过程补承接层。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5760720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这一段可以拆成三层来看：入口治理、正式运行、长期记忆与认知沉淀。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 · WORK-CONTROL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第一层：`work-control` 解决的是入口治理，不是简单记录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一句话进来以后，先判断它到底是什么，这件事比直接记下来更重要。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127248"/>
            <a:ext cx="5532120" cy="260604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它先判断：这是临时提醒、模糊需求、正式专项，还是需要继续追问的线索。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它的价值不是“多记一条”，而是少把错误信息直接塞进正式系统。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模糊输入如果不先分诊，后面的台账、专项、提醒系统很快就会被噪音污染。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01968" y="3255264"/>
            <a:ext cx="4617720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345643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</a:t>
            </a:r>
            <a:r>
              <a:rPr lang="zh-CN" alt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30568" y="3822192"/>
            <a:ext cx="4206240" cy="135331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在正式流程之前，先补一层“轻量分诊”。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这样后面的系统才比较干净，推进动作也更容易接得住。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 · WORK-SYSTEM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第二层：`work-system` 解决的是事情怎么持续跑下去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好的工作系统，不是把事情都记下来，而是能稳定产出下一步。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8328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Reminders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49040"/>
            <a:ext cx="3017520" cy="141732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负责“别忘”。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把容易被漏掉的事显性保住。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38328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今日聚焦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3749040"/>
            <a:ext cx="3017520" cy="141732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负责“今天先抓什么”。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把优先级抬头，而不是埋在消息里。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1856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0456" y="338328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每日总结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0456" y="3749040"/>
            <a:ext cx="3017520" cy="141732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负责“什么时候该提前有压力”。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让临近节点更早被感知。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24144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如果用更务实的话概括，这层想解决的是两件事：降低重复翻找和重复沟通的成本，以及提升任务可控、节奏可续、结果可回看的效率。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 · 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第三层：长期记忆与认知沉淀，解决的是“过一段时间还能不能接上”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长期记忆不是把东西存起来就够了，真正关键的是：需要的时候还能把相关内容捞回来。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342900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5584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找得到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21608"/>
            <a:ext cx="3017520" cy="146304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换个说法也能命中，不靠死记关键词。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429000" cy="2194560"/>
          </a:xfrm>
          <a:prstGeom prst="roundRect">
            <a:avLst>
              <a:gd name="adj" fmla="val 2083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35584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721608"/>
            <a:ext cx="3017520" cy="146304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同一主题散在不同日期，也能一起捞出来。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154680"/>
            <a:ext cx="342900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335584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接得上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83880" y="3721608"/>
            <a:ext cx="3017520" cy="146304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先前判断能重新参与今天的问题分析。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6072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所以我现在把 `memory_search + cognition` 看成长期记忆真正有用的关键，不是“存着”，而是“能回来参与今天的判断”。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03 · COGNITION SHIFT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第三部分：AI 带来的，不只是提效，更是认知和组织方式的升级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我后来越来越觉得，AI 带来的真正变化，不只是多了一个更聪明的助手，而是开始逼我重新思考：</a:t>
            </a:r>
            <a:r>
              <a:rPr lang="en-US" sz="2100" b="1" i="1" dirty="0">
                <a:solidFill>
                  <a:srgbClr val="1F2A44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个人怎么工作、团队怎么协作、产品怎么积累能力。</a:t>
            </a:r>
            <a:endParaRPr lang="en-US" sz="2100" b="1" i="1" dirty="0">
              <a:solidFill>
                <a:srgbClr val="1F2A44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04672" y="3127248"/>
            <a:ext cx="3429000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33272" y="332841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对个人</a:t>
            </a:r>
            <a:endParaRPr lang="en-US" sz="17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33272" y="3694176"/>
            <a:ext cx="3017520" cy="181051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它改变的不只是回答速度，而是做事颗粒度。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我会更自然地去想：入口怎么治理，信息该落哪层，结果要不要沉淀成可复用产物。</a:t>
            </a:r>
            <a:endParaRPr lang="en-US" sz="132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389120" y="3127248"/>
            <a:ext cx="3429000" cy="2542032"/>
          </a:xfrm>
          <a:prstGeom prst="roundRect">
            <a:avLst>
              <a:gd name="adj" fmla="val 1799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617720" y="332841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对团队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617720" y="3694176"/>
            <a:ext cx="3017520" cy="181051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它更大的价值不一定是替人做决定，而是减少协作中间断掉的次数。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说过的话、分析过的问题、形成的判断，更容易被接住。</a:t>
            </a:r>
            <a:endParaRPr lang="en-US" sz="132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7973568" y="3127248"/>
            <a:ext cx="3200400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8202168" y="3328416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对产品</a:t>
            </a:r>
            <a:endParaRPr lang="en-US" sz="17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202168" y="3694176"/>
            <a:ext cx="2788920" cy="181051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后续会把这些能力逐步封装成可复用的 skill 资产，再围绕 `nurse-station-*` 框架，用专项推进方式服务护士站系统的稳定和高效运行。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03 ·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后续落地规划：从个人实践，走向可复用的护士站能力资产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后面我更关心的，不是继续靠个人临时发挥，而是把这些能力沉淀成团队能复用、专项能接住的资产。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349300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55848"/>
            <a:ext cx="30815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21608"/>
            <a:ext cx="3081528" cy="15544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把问题定位、任务拆解、分析回写、验证闭环等能力继续沉淀成可复用 skill。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4370832" y="3154680"/>
            <a:ext cx="3493008" cy="2286000"/>
          </a:xfrm>
          <a:prstGeom prst="roundRect">
            <a:avLst>
              <a:gd name="adj" fmla="val 2000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355848"/>
            <a:ext cx="30815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3721608"/>
            <a:ext cx="3081528" cy="15544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 `nurse-station-*` 框架，把专项分析、执行、验证逐步接成更稳定的推进链路。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918704" y="3154680"/>
            <a:ext cx="327355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3355848"/>
            <a:ext cx="28620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47304" y="3721608"/>
            <a:ext cx="2862072" cy="15544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重点不是搭一个很大的 AI 平台，而是让真实高频问题有更稳定的承接方式。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8680" y="5742432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如果这套方法最后真有价值，我希望它带来的不只是个人效率更高，而是我们做事时更少断片、更少重复、更容易把一次判断变成持续推进。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8778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重点不是让 AI 多回答一次，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3B9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而是让协作少断一次。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32688" y="3675888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i="1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从“日志猎人”到长期记忆、工作控制，再到 nurse-station 能力框架，本质上都在补协作的承接层。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14400" y="4736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THANKS</a:t>
            </a:r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2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3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4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5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6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7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8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ags/tag9.xml><?xml version="1.0" encoding="utf-8"?>
<p:tagLst xmlns:p="http://schemas.openxmlformats.org/presentationml/2006/main">
  <p:tag name="KSO_WM_DIAGRAM_VIRTUALLY_FRAME" val="{&quot;height&quot;:200.16,&quot;left&quot;:63.36,&quot;top&quot;:246.24,&quot;width&quot;:816.4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2602</Words>
  <Application>WPS 演示</Application>
  <PresentationFormat>On-screen Show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OpenClaw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从消息流到工作流：AI 如何把零散协作变成持续推进</dc:title>
  <dc:creator>OpenClaw</dc:creator>
  <dc:subject>下午 AI 分享：从消息流到工作流</dc:subject>
  <cp:lastModifiedBy>谭晓雯</cp:lastModifiedBy>
  <cp:revision>3</cp:revision>
  <dcterms:created xsi:type="dcterms:W3CDTF">2026-04-09T03:59:00Z</dcterms:created>
  <dcterms:modified xsi:type="dcterms:W3CDTF">2026-04-09T08:49:02Z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E98AF545A3014310AB83B6902D233F4D_12</vt:lpwstr>
  </property>
</Properties>
</file>