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大家好，欢迎参加我们团队的项目演示汇报。我是来自[团队名称]的[姓名]，今天将向各位评委展示我们的项目——[项目名称]。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本次汇报将分为四个核心部分，首先介绍项目的背景与目标，然后重点阐述我们的技术方案与实现细节，接着展示项目成果、用户体验及市场前景，最后进行总结与展望。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基于深度学习模型，采用了Transformer架构作为核心算法引擎。在技术创新方面，我们成功将VIBE动态捕捉技术融入业务场景，实现了边缘端的高效运行。系统架构采用微服务解耦设计，确保了高可用性和弹性伸缩能力。这些技术优势共同构建了我们产品的核心竞争力，实现了低延迟、高精度的卓越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在算法性能方面，我们通过一系列优化策略，在准确率、响应速度和资源消耗等关键指标上都取得了显著提升，具体数据如上所示，完全对标大赛的“算法性能”评审维度。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最后总结一下，我们的项目全面覆盖了大赛的核心评审维度，在技术创新、功能完整、算法性能、用户体验和应用潜力等方面都展现了较强的竞争力。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现在是问答环节，欢迎各位评委老师提问。再次感谢大家的时间！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围绕主动发现、分析输出和治理支撑，形成可直接使用的完整链路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与传统服务器两类场景。
先把日志稳定拿到，再保证不同环境下都能统一进入分析流程。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做结构化分析。
重点解决“看不清、分不出、追不全”的问题。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将分析结果直接输出为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让巡检结果可以被查看、被复盘、被继续使用。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最终目标不是多看几条日志，
而是让日志真正服务于健壮性提升、性能优化和质量治理。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围绕真实巡检场景，打磨能落地、能复用、能持续优化的关键能力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两阶段日志拉取：先抓重点问题，再补完整链路
四级分组分析：把零散异常按统一维度聚合
调用方识别：快速判断问题来自本服务、跨服务还是异步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/RPC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优先：优先展示最有代表性的异常链路
完整内容保留：避免关键信息在展示阶段丢失
多维结果呈现：影响级别、线程、时间范围、耗时都能直接看到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看得到问题：主动发现异常和性能瓶颈
讲得清问题：输出结构化结果，降低沟通成本
用得上结果：反哺日志质量，支撑后续持续优化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能够稳定支撑异常分析、慢接口识别和链路回溯，现阶段已可投入使用。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并将分析结果沉淀为可复盘、可复用的治理材料，降低对个人经验的依赖。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适用于日常巡检、异常复盘、性能分析、专项汇报和跨环境问题定位等场景，
既能服务真实问题治理，也能支撑成果展示与经验沉淀。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该能力具备较强复用价值，可逐步推广到更多服务、更多医院环境和更多巡检场景，
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现阶段已经具备实际使用价值，并能够持续支撑后续优化与推广。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能力证据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以下页面来自真实生成的分析报告，展示了该能力不是停留在日志抓取，
而是已经能够把异常定位、链路追踪和结果呈现做成可直接使用的输出。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9BEC07-5589-FA87-4DC7-1DD60601B54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已形成可直接输出的分析报告，结果不再停留在原始日志层面。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已能够从异常识别进一步延伸到日志质量观察与问题聚类分析。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已把巡检结果沉淀为可复盘、可展示、可持续优化的治理材料。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AC7280-4E9A-034E-0266-AA811465ED7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F56297-CCCF-52AF-32D0-4C1E835FE7D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8</cp:revision>
  <dcterms:created xsi:type="dcterms:W3CDTF">2026-03-17T08:53:00Z</dcterms:created>
  <dcterms:modified xsi:type="dcterms:W3CDTF">2026-03-20T12:34:23Z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