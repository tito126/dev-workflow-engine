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大家好，欢迎参加我们团队的项目演示汇报。我是来自[团队名称]的[姓名]，今天将向各位评委展示我们的项目——[项目名称]。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本次汇报将分为四个核心部分，首先介绍项目的背景与目标，然后重点阐述我们的技术方案与实现细节，接着展示项目成果、用户体验及市场前景，最后进行总结与展望。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基于深度学习模型，采用了Transformer架构作为核心算法引擎。在技术创新方面，我们成功将VIBE动态捕捉技术融入业务场景，实现了边缘端的高效运行。系统架构采用微服务解耦设计，确保了高可用性和弹性伸缩能力。这些技术优势共同构建了我们产品的核心竞争力，实现了低延迟、高精度的卓越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在算法性能方面，我们通过一系列优化策略，在准确率、响应速度和资源消耗等关键指标上都取得了显著提升，具体数据如上所示，完全对标大赛的“算法性能”评审维度。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最后总结一下，我们的项目全面覆盖了大赛的核心评审维度，在技术创新、功能完整、算法性能、用户体验和应用潜力等方面都展现了较强的竞争力。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现在是问答环节，欢迎各位评委老师提问。再次感谢大家的时间！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郭兴尚：负责业务协同、落地建议与推广支持
黄钢：负责业务协同、应用优化与推广支持
协同支持
工具组 </a:t>
            </a:r>
            <a:r>
              <a:rPr lang="en-US" altLang="zh-CN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</a:t>
            </a: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运维平台 </a:t>
            </a:r>
            <a:r>
              <a:rPr lang="en-US" altLang="zh-CN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</a:t>
            </a: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相关环境协作方
围绕真实日志场景持续迭代，按“发现问题</a:t>
            </a:r>
            <a:r>
              <a:rPr lang="en-US" altLang="zh-CN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分析问题</a:t>
            </a:r>
            <a:r>
              <a:rPr lang="en-US" altLang="zh-CN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优化能力</a:t>
            </a:r>
            <a:r>
              <a:rPr lang="en-US" altLang="zh-CN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沉淀成果”推进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从被动排障走向主动巡检与持续治理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r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系统运行中的很多问题发现仍偏事后响应，依赖人工经验和临时排查，缺少稳定、可复用的主动巡检与分析机制。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日志中沉淀了大量运行信息，但长期停留在“可查看”层面，尚未充分转化为异常治理、性能优化和质量建设的持续抓手。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建设一套可投入使用的日志巡检与分析能力，对日志进行自动化采集、结构化分析和结果输出，主动识别异常风险、性能瓶颈和日志质量问题。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价值意义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让日志从“事后排障材料”升级为“日常治理抓手”，提升系统健壮性、性能表现和日志质量，逐步形成持续优化闭环。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项目聚焦的不是单次排障提效，而是通过日志巡检能力把系统运行数据转化为可行动的治理线索，帮助团队更早发现问题、更快定位问题，并持续反哺系统优化与日志规范建设。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围绕主动发现、分析输出和质量治理构建完整链路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日志采集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与传统服务器两类场景的日志获取路径。
面向不同部署环境建立统一输入入口，保证巡检能力可以稳定落地。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围绕异常日志、慢接口和代表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进行结构化分析。
支持四级分组、调用方识别、完整链路补强和质量线索提取。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将分析结果沉淀为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报告和结构化结论。
输出覆盖异常概览、详细异常分析、慢接口详情、完整链路日志和日志质量观察。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治理支撑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通过可读、可追溯、可复用的分析结果，
为系统健壮性提升、性能优化和日志质量改进提供持续支撑。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 </a:t>
            </a: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能力亮点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围绕真实巡检场景打磨可投入使用的关键能力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核心能力亮点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两阶段日志拉取：先抓重点异常，再补代表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完整链路
四级分组分析：把零散问题按统一维度聚合，提升可读性和可治理性
调用方识别：快速区分问题来源，辅助判断影响范围和处理方向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关键优化设计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优先：优先展示最具代表性的异常链路，兼顾分析效率与展示效果
完整内容保留：避免关键信息在展示阶段被截断，保证可追溯性
多维结果呈现：支持影响级别、线程信息、时间范围和耗时等关键信息输出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治理价值体现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不只是“看日志”，而是主动发现异常和性能瓶颈
不只是“报问题”，而是提取可反哺日志规范建设的改进线索
不只是“解决一次”，而是沉淀为可持续复用的治理能力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成果展示与前景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现阶段成果展示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项目已形成从日志获取、分析处理到 </a:t>
            </a:r>
            <a:r>
              <a:rPr lang="en-US" altLang="zh-CN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报告输出的完整链路，
能够稳定支撑异常分析、慢接口识别和链路回溯，现阶段已可投入使用。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通过主动巡检与结构化分析，帮助团队更早发现风险、更快识别瓶颈，
并将分析结果沉淀为可复盘、可复用的治理材料，降低对个人经验的依赖。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适用于日常巡检、异常复盘、性能分析、专项汇报和跨环境问题定位等场景，
既能服务真实问题治理，也能支撑成果展示与经验沉淀。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推广前景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该能力具备较强复用价值，可逐步推广到更多服务、更多医院环境和更多巡检场景，
形成统一的日志巡检与治理能力底座。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现阶段已经具备实际使用价值，并能够持续支撑后续优化与推广。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围绕阶段成果、治理价值与闭环方向进行总结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形成可投入使用的日志巡检能力
沉淀跨环境分析与报告经验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实现从被动排障到主动巡检的能力转变
让日志分析开始服务于系统治理与质量提升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强化问题发现后的优化闭环
推动能力在更多场景持续复用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阶段亮点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已形成日志获取、分析处理、报告输出的完整链路。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已支持异常分析、慢接口识别、代表 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展示和完整链路回溯。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已在真实环境中验证可用，能够为巡检和治理提供稳定支撑。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将日志从排障材料升级为治理抓手。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沉淀了跨环境、多场景的日志巡检分析经验。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形成了可用于汇报、复盘和推广的标准化成果输出。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围绕分析结果继续反哺系统优化和日志规范建设。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逐步形成“发现问题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验证效果”的闭环机制。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推动能力向更多服务、更多环境和更多治理场景扩展。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1413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5</cp:revision>
  <dcterms:created xsi:type="dcterms:W3CDTF">2026-03-17T08:53:00Z</dcterms:created>
  <dcterms:modified xsi:type="dcterms:W3CDTF">2026-03-20T11:29:00Z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