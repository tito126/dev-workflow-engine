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大家好，欢迎参加我们团队的项目演示汇报。我是来自[团队名称]的[姓名]，今天将向各位评委展示我们的项目——[项目名称]。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本次汇报将分为四个核心部分，首先介绍项目的背景与目标，然后重点阐述我们的技术方案与实现细节，接着展示项目成果、用户体验及市场前景，最后进行总结与展望。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我们的项目目标明确，直指技术创新的核心，并致力于将技术转化为实际的应用价值，这与大赛评审标准中的“技术创新性”和“应用潜力”维度高度契合。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基于深度学习模型，采用了Transformer架构作为核心算法引擎。在技术创新方面，我们成功将VIBE动态捕捉技术融入业务场景，实现了边缘端的高效运行。系统架构采用微服务解耦设计，确保了高可用性和弹性伸缩能力。这些技术优势共同构建了我们产品的核心竞争力，实现了低延迟、高精度的卓越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在算法性能方面，我们通过一系列优化策略，在准确率、响应速度和资源消耗等关键指标上都取得了显著提升，具体数据如上所示，完全对标大赛的“算法性能”评审维度。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最后总结一下，我们的项目全面覆盖了大赛的核心评审维度，在技术创新、功能完整、算法性能、用户体验和应用潜力等方面都展现了较强的竞争力。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在成果展示环节，我们不仅演示了产品功能，更着重展示了我们在“用户体验”上的精心设计。同时，我们对项目的“应用潜力”进行了深入分析，包括其巨大的商业价值和社会价值。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现在是问答环节，欢迎各位评委老师提问。再次感谢大家的时间！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成员与分工
姚云（队长）：项目统筹、方向把控、资源协调
徐晓飞：业务指导、方案评审、关键路径支持
李荣军：业务把关、场景梳理、推进支持
郭兴尚：业务协同、落地建议、推广支持
黄钢：业务协同、应用优化、推广支持
第别：方案设计、核心实现、联调验证、答辩材料整理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解析项目发起的背景，明确核心目标与治理价值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阐述技术架构设计，分享关键技术难点的攻克与实现细节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
展示项目落地成果，分析应用价值提升与推广前景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总结项目阶段收获与经验，规划下一阶段的发展方向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围绕主动发现、分析输出和治理支撑构建完整链路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与传统服务器两类场景的日志获取路径。
一条面向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Grafana/Loki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环境，一条面向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tool_api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环境，为不同部署模式提供统一输入能力。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围绕异常日志、慢接口和代表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进行结构化分析。
支持四级分组、调用方识别、完整链路补强、时间区间分析和质量线索提取。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输出覆盖异常概览、详细异常分析、慢接口详情、完整链路日志和日志质量观察，便于巡检、汇报和复盘。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通过可读、可追溯、可复用的分析结果，为系统健壮性提升、性能优化和日志质量改进提供依据，推动从“发现问题”走向“治理问题”。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围绕真实巡检场景打磨可投入使用的核心能力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两阶段日志拉取：先抓异常与慢接口，再补代表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完整链路
四级分组分析：按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category:root_class:api_entry:caller_service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聚合问题
调用方识别：区分本服务、跨服务、异步任务和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RPC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优先：重点展示最具代表性的异常链路，兼顾效率与可读性
完整内容保留：避免日志关键信息在展示阶段被截断
多维结果呈现：支持影响级别、线程信息、时间范围和耗时等关键信息输出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主动发现系统异常和性能瓶颈，提升巡检质量
从日志内容中提取可反哺日志规范建设的改进线索
将零散排查经验沉淀为标准化分析能力，支撑持续治理与推广复用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能够稳定支撑异常分析、慢接口识别和链路回溯，现阶段已具备投入使用条件。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并将分析结果沉淀为可复盘、可复用的治理材料，减少对个人经验的过度依赖。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适用于日常巡检、异常复盘、性能分析、专项汇报和跨环境问题定位等场景，
既可用于真实问题治理，也可用于成果展示和经验沉淀。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该能力具备较强复用价值，可面向更多服务、更多医院环境和更多巡检场景推广，
逐步形成统一的日志巡检与治理能力底座。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现阶段已能支撑真实使用，并具备进一步推广和深化治理的基础。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阶段亮点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已形成日志获取、分析处理、报告输出的完整链路。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已支持异常分析、慢接口识别、代表 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展示和完整链路回溯。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已在真实环境中验证可用，能够为巡检和治理提供稳定支撑。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将日志从排障材料升级为治理抓手。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沉淀了跨环境、多场景的日志巡检分析经验。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形成了可用于汇报、复盘和推广的标准化成果输出。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4</cp:revision>
  <dcterms:created xsi:type="dcterms:W3CDTF">2026-03-17T08:53:00Z</dcterms:created>
  <dcterms:modified xsi:type="dcterms:W3CDTF">2026-03-20T11:16:32Z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