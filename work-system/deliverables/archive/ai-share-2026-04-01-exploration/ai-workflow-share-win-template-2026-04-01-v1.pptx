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3" r:id="rId4"/>
    <p:sldMasterId id="2147483655" r:id="rId5"/>
    <p:sldMasterId id="2147483674" r:id="rId6"/>
    <p:sldMasterId id="2147483679" r:id="rId7"/>
    <p:sldMasterId id="2147483681" r:id="rId8"/>
  </p:sldMasterIdLst>
  <p:notesMasterIdLst>
    <p:notesMasterId r:id="rId11"/>
  </p:notesMasterIdLst>
  <p:handoutMasterIdLst>
    <p:handoutMasterId r:id="rId19"/>
  </p:handoutMasterIdLst>
  <p:sldIdLst>
    <p:sldId id="10368" r:id="rId9"/>
    <p:sldId id="10370" r:id="rId10"/>
    <p:sldId id="10651" r:id="rId12"/>
    <p:sldId id="10745" r:id="rId13"/>
    <p:sldId id="10654" r:id="rId14"/>
    <p:sldId id="10806" r:id="rId15"/>
    <p:sldId id="10657" r:id="rId16"/>
    <p:sldId id="10819" r:id="rId17"/>
    <p:sldId id="10660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251DC8F-5B3E-4AFF-AFD9-E6D30E5BB736}">
          <p14:sldIdLst>
            <p14:sldId id="10368"/>
            <p14:sldId id="10370"/>
            <p14:sldId id="10651"/>
            <p14:sldId id="10745"/>
            <p14:sldId id="10654"/>
            <p14:sldId id="10806"/>
            <p14:sldId id="10657"/>
            <p14:sldId id="10819"/>
            <p14:sldId id="10660"/>
          </p14:sldIdLst>
        </p14:section>
        <p14:section name="结语" id="{F256A2C9-3E15-4985-B823-C4EB84648E9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246" userDrawn="1">
          <p15:clr>
            <a:srgbClr val="A4A3A4"/>
          </p15:clr>
        </p15:guide>
        <p15:guide id="4" orient="horz" pos="3215" userDrawn="1">
          <p15:clr>
            <a:srgbClr val="A4A3A4"/>
          </p15:clr>
        </p15:guide>
        <p15:guide id="5" pos="2229" userDrawn="1">
          <p15:clr>
            <a:srgbClr val="A4A3A4"/>
          </p15:clr>
        </p15:guide>
        <p15:guide id="6" pos="58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8938" initials="5" lastIdx="1" clrIdx="0"/>
  <p:cmAuthor id="2" name="作者" initials="A" lastIdx="0" clrIdx="1"/>
  <p:cmAuthor id="0" name="未知用户5" initials="未知用户5" lastIdx="11" clrIdx="0"/>
  <p:cmAuthor id="3" name="郑 鹏飞" initials="郑" lastIdx="1" clrIdx="2"/>
  <p:cmAuthor id="4" name="wangj" initials="w" lastIdx="1" clrIdx="3"/>
  <p:cmAuthor id="5" name="宋洁然" initials="宋" lastIdx="2" clrIdx="1"/>
  <p:cmAuthor id="6" name="sunyu" initials="s" lastIdx="26" clrIdx="5"/>
  <p:cmAuthor id="7" name="Administrator" initials="A" lastIdx="19" clrIdx="6"/>
  <p:cmAuthor id="8" name="姜伟光" initials="姜" lastIdx="1" clrIdx="0"/>
  <p:cmAuthor id="9" name="kxj" initials="k" lastIdx="1" clrIdx="8"/>
  <p:cmAuthor id="10" name="zhang" initials="z" lastIdx="1" clrIdx="9"/>
  <p:cmAuthor id="11" name="陈 继伟" initials="陈" lastIdx="2" clrIdx="8"/>
  <p:cmAuthor id="12" name="ASUS" initials="A" lastIdx="31" clrIdx="9"/>
  <p:cmAuthor id="13" name="lenovo" initials="l" lastIdx="2" clrIdx="12"/>
  <p:cmAuthor id="14" name="HeHao" initials="HH" lastIdx="36" clrIdx="13"/>
  <p:cmAuthor id="15" name="Admin" initials="A" lastIdx="1" clrIdx="14"/>
  <p:cmAuthor id="16" name="sss" initials="s" lastIdx="1" clrIdx="15"/>
  <p:cmAuthor id="17" name="mc" initials="m" lastIdx="4" clrIdx="16"/>
  <p:cmAuthor id="18" name="王倩倩" initials="王倩倩" lastIdx="3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6FFF"/>
    <a:srgbClr val="B0BAD3"/>
    <a:srgbClr val="D1E1A1"/>
    <a:srgbClr val="2C67FF"/>
    <a:srgbClr val="F4712A"/>
    <a:srgbClr val="66DAFF"/>
    <a:srgbClr val="9DBF53"/>
    <a:srgbClr val="79DBF7"/>
    <a:srgbClr val="E5F9FF"/>
    <a:srgbClr val="EF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 autoAdjust="0"/>
    <p:restoredTop sz="94422" autoAdjust="0"/>
  </p:normalViewPr>
  <p:slideViewPr>
    <p:cSldViewPr snapToObjects="1" showGuides="1">
      <p:cViewPr varScale="1">
        <p:scale>
          <a:sx n="90" d="100"/>
          <a:sy n="90" d="100"/>
        </p:scale>
        <p:origin x="140" y="68"/>
      </p:cViewPr>
      <p:guideLst>
        <p:guide orient="horz" pos="2084"/>
        <p:guide pos="3840"/>
        <p:guide orient="horz" pos="1246"/>
        <p:guide orient="horz" pos="3215"/>
        <p:guide pos="2229"/>
        <p:guide pos="58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8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4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8F1D7BB-FC84-D04D-B46C-1077241C1B1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A6B14533-DB70-D649-8A6E-4D845459E1B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74316-3484-417F-9D08-A1C0CF2B06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image1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 字母W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 userDrawn="1"/>
        </p:nvSpPr>
        <p:spPr>
          <a:xfrm>
            <a:off x="276485" y="6453335"/>
            <a:ext cx="3532428" cy="253916"/>
          </a:xfrm>
          <a:prstGeom prst="rect">
            <a:avLst/>
          </a:prstGeom>
          <a:noFill/>
        </p:spPr>
        <p:txBody>
          <a:bodyPr wrap="none" lIns="108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3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Copyright © 2020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3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 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3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Winning  Health. All rights reserved.</a:t>
            </a:r>
            <a:endParaRPr kumimoji="1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53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229865AE-2B8A-2E44-9435-4099259B7984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D9E56B55-2186-0840-87BC-05EB5AC9EAB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229865AE-2B8A-2E44-9435-4099259B7984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D9E56B55-2186-0840-87BC-05EB5AC9EAB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 sz="28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24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 sz="2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 sz="2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077" y="1"/>
            <a:ext cx="10515600" cy="599768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lnSpc>
                <a:spcPct val="10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581" y="0"/>
            <a:ext cx="10515600" cy="609600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bg>
      <p:bgPr>
        <a:solidFill>
          <a:srgbClr val="1912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268200" cy="6857143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420098" y="387635"/>
            <a:ext cx="276588" cy="260975"/>
          </a:xfrm>
          <a:prstGeom prst="ellipse">
            <a:avLst/>
          </a:prstGeom>
          <a:gradFill>
            <a:gsLst>
              <a:gs pos="92000">
                <a:schemeClr val="bg1">
                  <a:alpha val="80000"/>
                </a:schemeClr>
              </a:gs>
              <a:gs pos="53000">
                <a:schemeClr val="bg1"/>
              </a:gs>
              <a:gs pos="4000">
                <a:schemeClr val="bg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835" y="234202"/>
            <a:ext cx="1225530" cy="349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一段话+一项内容（分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129" y="1239848"/>
            <a:ext cx="10996914" cy="15299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75129" y="452795"/>
            <a:ext cx="7548283" cy="536462"/>
          </a:xfrm>
          <a:prstGeom prst="rect">
            <a:avLst/>
          </a:prstGeom>
        </p:spPr>
        <p:txBody>
          <a:bodyPr/>
          <a:lstStyle>
            <a:lvl1pPr>
              <a:defRPr sz="3200" b="1" i="0" u="none" baseline="0">
                <a:solidFill>
                  <a:srgbClr val="064CC1"/>
                </a:solidFill>
              </a:defRPr>
            </a:lvl1pPr>
          </a:lstStyle>
          <a:p>
            <a:r>
              <a:rPr kumimoji="1" lang="zh-CN" altLang="en-US" sz="3200" b="1" dirty="0">
                <a:solidFill>
                  <a:srgbClr val="064C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输入标题</a:t>
            </a:r>
            <a:endParaRPr kumimoji="1" lang="zh-CN" altLang="en-US" sz="3200" b="1" dirty="0">
              <a:solidFill>
                <a:srgbClr val="064C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276485" y="6453335"/>
            <a:ext cx="3532428" cy="253916"/>
          </a:xfrm>
          <a:prstGeom prst="rect">
            <a:avLst/>
          </a:prstGeom>
          <a:noFill/>
        </p:spPr>
        <p:txBody>
          <a:bodyPr wrap="none" lIns="108000" rtlCol="0">
            <a:spAutoFit/>
          </a:bodyPr>
          <a:lstStyle/>
          <a:p>
            <a:r>
              <a:rPr kumimoji="1" lang="en-US" altLang="zh-CN" sz="1050" dirty="0">
                <a:solidFill>
                  <a:schemeClr val="tx1">
                    <a:alpha val="53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Copyright © 2020</a:t>
            </a:r>
            <a:r>
              <a:rPr kumimoji="1" lang="zh-CN" altLang="en-US" sz="1050" dirty="0">
                <a:solidFill>
                  <a:schemeClr val="tx1">
                    <a:alpha val="53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 </a:t>
            </a:r>
            <a:r>
              <a:rPr kumimoji="1" lang="en-US" altLang="zh-CN" sz="1050" dirty="0">
                <a:solidFill>
                  <a:schemeClr val="tx1">
                    <a:alpha val="53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Winning  Health. All rights reserved.</a:t>
            </a:r>
            <a:endParaRPr kumimoji="1" lang="zh-CN" altLang="en-US" sz="1050" dirty="0">
              <a:solidFill>
                <a:schemeClr val="tx1">
                  <a:alpha val="53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550" y="6366076"/>
            <a:ext cx="945313" cy="279403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75129" y="2995506"/>
            <a:ext cx="10996914" cy="2844185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600" kern="1200" dirty="0">
                <a:solidFill>
                  <a:srgbClr val="064CC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0" indent="0">
              <a:lnSpc>
                <a:spcPct val="150000"/>
              </a:lnSpc>
              <a:buFontTx/>
              <a:buNone/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0">
              <a:lnSpc>
                <a:spcPct val="150000"/>
              </a:lnSpc>
              <a:defRPr sz="160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 marL="720090">
              <a:lnSpc>
                <a:spcPct val="150000"/>
              </a:lnSpc>
              <a:defRPr sz="160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 marL="1224280">
              <a:lnSpc>
                <a:spcPct val="150000"/>
              </a:lnSpc>
              <a:defRPr sz="160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内容占位符 3"/>
          <p:cNvSpPr>
            <a:spLocks noGrp="1"/>
          </p:cNvSpPr>
          <p:nvPr>
            <p:ph sz="half" idx="10"/>
          </p:nvPr>
        </p:nvSpPr>
        <p:spPr>
          <a:xfrm>
            <a:off x="2633179" y="452795"/>
            <a:ext cx="3616729" cy="536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solidFill>
                  <a:srgbClr val="064CC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logo3-1备份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-30335"/>
            <a:ext cx="12294870" cy="6915150"/>
          </a:xfrm>
          <a:prstGeom prst="rect">
            <a:avLst/>
          </a:prstGeom>
        </p:spPr>
      </p:pic>
      <p:grpSp>
        <p:nvGrpSpPr>
          <p:cNvPr id="16" name="组 15"/>
          <p:cNvGrpSpPr/>
          <p:nvPr userDrawn="1"/>
        </p:nvGrpSpPr>
        <p:grpSpPr>
          <a:xfrm>
            <a:off x="9959249" y="-30336"/>
            <a:ext cx="2525316" cy="6829156"/>
            <a:chOff x="9987647" y="-121977"/>
            <a:chExt cx="2525316" cy="6829156"/>
          </a:xfrm>
        </p:grpSpPr>
        <p:sp>
          <p:nvSpPr>
            <p:cNvPr id="17" name="文本框 16"/>
            <p:cNvSpPr txBox="1"/>
            <p:nvPr/>
          </p:nvSpPr>
          <p:spPr>
            <a:xfrm rot="16200000">
              <a:off x="10228742" y="4422957"/>
              <a:ext cx="2076702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libaba PuHuiTi Bold" panose="00020600040101010101" charset="-122"/>
                  <a:ea typeface="Alibaba PuHuiTi Bold" panose="00020600040101010101" charset="-122"/>
                  <a:cs typeface="Alibaba PuHuiTi B" pitchFamily="18" charset="-122"/>
                </a:rPr>
                <a:t>W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libaba PuHuiTi Bold" panose="00020600040101010101" charset="-122"/>
                <a:ea typeface="Alibaba PuHuiTi Bold" panose="00020600040101010101" charset="-122"/>
                <a:cs typeface="Alibaba PuHuiTi B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 rot="16200000">
              <a:off x="10960667" y="3501821"/>
              <a:ext cx="612846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libaba PuHuiTi Bold" panose="00020600040101010101" charset="-122"/>
                  <a:ea typeface="Alibaba PuHuiTi Bold" panose="00020600040101010101" charset="-122"/>
                  <a:cs typeface="Alibaba PuHuiTi B" pitchFamily="18" charset="-122"/>
                </a:rPr>
                <a:t>i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libaba PuHuiTi Bold" panose="00020600040101010101" charset="-122"/>
                <a:ea typeface="Alibaba PuHuiTi Bold" panose="00020600040101010101" charset="-122"/>
                <a:cs typeface="Alibaba PuHuiTi B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rot="16200000">
              <a:off x="10597910" y="2658722"/>
              <a:ext cx="1337720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libaba PuHuiTi Bold" panose="00020600040101010101" charset="-122"/>
                  <a:ea typeface="Alibaba PuHuiTi Bold" panose="00020600040101010101" charset="-122"/>
                  <a:cs typeface="Alibaba PuHuiTi B" pitchFamily="18" charset="-122"/>
                </a:rPr>
                <a:t>N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libaba PuHuiTi Bold" panose="00020600040101010101" charset="-122"/>
                <a:ea typeface="Alibaba PuHuiTi Bold" panose="00020600040101010101" charset="-122"/>
                <a:cs typeface="Alibaba PuHuiTi B" pitchFamily="18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 rot="16200000">
              <a:off x="10242844" y="1321949"/>
              <a:ext cx="1981347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libaba PuHuiTi Bold" panose="00020600040101010101" charset="-122"/>
                  <a:ea typeface="Alibaba PuHuiTi Bold" panose="00020600040101010101" charset="-122"/>
                  <a:cs typeface="Alibaba PuHuiTi B" pitchFamily="18" charset="-122"/>
                </a:rPr>
                <a:t>学</a:t>
              </a:r>
              <a:endParaRPr kumimoji="0" lang="zh-CN" altLang="en-US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libaba PuHuiTi Bold" panose="00020600040101010101" charset="-122"/>
                <a:ea typeface="Alibaba PuHuiTi Bold" panose="00020600040101010101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 rot="16200000">
              <a:off x="10271267" y="-377175"/>
              <a:ext cx="1981345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600" b="1" i="0" u="none" strike="noStrike" kern="1200" cap="none" spc="0" normalizeH="0" baseline="0" dirty="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libaba PuHuiTi Bold" panose="00020600040101010101" charset="-122"/>
                  <a:ea typeface="Alibaba PuHuiTi Bold" panose="00020600040101010101" charset="-122"/>
                  <a:cs typeface="Alibaba PuHuiTi B" pitchFamily="18" charset="-122"/>
                </a:rPr>
                <a:t>院</a:t>
              </a:r>
              <a:endParaRPr kumimoji="0" lang="zh-CN" altLang="en-US" sz="15600" b="1" i="0" u="none" strike="noStrike" kern="1200" cap="none" spc="0" normalizeH="0" baseline="0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libaba PuHuiTi Bold" panose="00020600040101010101" charset="-122"/>
                <a:ea typeface="Alibaba PuHuiTi Bold" panose="00020600040101010101" charset="-122"/>
                <a:cs typeface="Alibaba PuHuiTi B" pitchFamily="18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83" y="655011"/>
            <a:ext cx="2258668" cy="610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561951" y="79030"/>
            <a:ext cx="11415190" cy="540000"/>
          </a:xfrm>
          <a:prstGeom prst="rect">
            <a:avLst/>
          </a:prstGeom>
          <a:gradFill flip="none" rotWithShape="1">
            <a:gsLst>
              <a:gs pos="50000">
                <a:srgbClr val="64DBFF">
                  <a:alpha val="17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ctrTitle" hasCustomPrompt="1"/>
          </p:nvPr>
        </p:nvSpPr>
        <p:spPr>
          <a:xfrm>
            <a:off x="726123" y="138990"/>
            <a:ext cx="7907876" cy="483932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Alibaba PuHuiTi" charset="-122"/>
                <a:ea typeface="Alibaba PuHuiTi" charset="-122"/>
                <a:cs typeface="Alibaba PuHuiTi" charset="-122"/>
              </a:defRPr>
            </a:lvl1pPr>
          </a:lstStyle>
          <a:p>
            <a:r>
              <a:rPr lang="zh-CN" altLang="en-US" dirty="0"/>
              <a:t>添加标题</a:t>
            </a:r>
            <a:endParaRPr lang="zh-CN" altLang="en-US" dirty="0"/>
          </a:p>
        </p:txBody>
      </p:sp>
      <p:grpSp>
        <p:nvGrpSpPr>
          <p:cNvPr id="4" name="组 3"/>
          <p:cNvGrpSpPr/>
          <p:nvPr userDrawn="1"/>
        </p:nvGrpSpPr>
        <p:grpSpPr>
          <a:xfrm>
            <a:off x="0" y="79030"/>
            <a:ext cx="635794" cy="540000"/>
            <a:chOff x="0" y="79030"/>
            <a:chExt cx="635794" cy="540000"/>
          </a:xfrm>
        </p:grpSpPr>
        <p:sp>
          <p:nvSpPr>
            <p:cNvPr id="2" name="矩形 1"/>
            <p:cNvSpPr/>
            <p:nvPr userDrawn="1"/>
          </p:nvSpPr>
          <p:spPr>
            <a:xfrm>
              <a:off x="0" y="79030"/>
              <a:ext cx="276045" cy="540000"/>
            </a:xfrm>
            <a:prstGeom prst="rect">
              <a:avLst/>
            </a:prstGeom>
            <a:gradFill>
              <a:gsLst>
                <a:gs pos="100000">
                  <a:srgbClr val="46D0FF">
                    <a:alpha val="80000"/>
                  </a:srgbClr>
                </a:gs>
                <a:gs pos="0">
                  <a:srgbClr val="2C67FF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344922" y="79030"/>
              <a:ext cx="148152" cy="540000"/>
            </a:xfrm>
            <a:prstGeom prst="rect">
              <a:avLst/>
            </a:prstGeom>
            <a:solidFill>
              <a:srgbClr val="66DA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561951" y="79030"/>
              <a:ext cx="73843" cy="540000"/>
            </a:xfrm>
            <a:prstGeom prst="rect">
              <a:avLst/>
            </a:prstGeom>
            <a:solidFill>
              <a:srgbClr val="66DA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575" y="169030"/>
            <a:ext cx="1331566" cy="3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>
            <a:alphaModFix amt="2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" r="6961" b="19297"/>
          <a:stretch>
            <a:fillRect/>
          </a:stretch>
        </p:blipFill>
        <p:spPr>
          <a:xfrm>
            <a:off x="0" y="1481958"/>
            <a:ext cx="12192000" cy="5376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3-1备份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-30335"/>
            <a:ext cx="12294870" cy="691515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2764487" y="1934868"/>
            <a:ext cx="6247224" cy="193899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0" b="0" i="0" dirty="0">
                <a:gradFill flip="none" rotWithShape="1">
                  <a:gsLst>
                    <a:gs pos="8000">
                      <a:srgbClr val="316CFE">
                        <a:alpha val="14000"/>
                      </a:srgbClr>
                    </a:gs>
                    <a:gs pos="56000">
                      <a:schemeClr val="bg1"/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Alibaba PuHuiTi Medium" panose="00020600040101010101" charset="-122"/>
                <a:ea typeface="Alibaba PuHuiTi Medium" panose="00020600040101010101" charset="-122"/>
                <a:cs typeface="Alibaba PuHuiTi M" pitchFamily="18" charset="-122"/>
              </a:rPr>
              <a:t>THANKS</a:t>
            </a:r>
            <a:endParaRPr lang="zh-CN" altLang="en-US" sz="12000" b="0" i="0" dirty="0">
              <a:gradFill flip="none" rotWithShape="1">
                <a:gsLst>
                  <a:gs pos="8000">
                    <a:srgbClr val="316CFE">
                      <a:alpha val="14000"/>
                    </a:srgbClr>
                  </a:gs>
                  <a:gs pos="56000">
                    <a:schemeClr val="bg1"/>
                  </a:gs>
                  <a:gs pos="83000">
                    <a:schemeClr val="bg1"/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Alibaba PuHuiTi Medium" panose="00020600040101010101" charset="-122"/>
              <a:ea typeface="Alibaba PuHuiTi Medium" panose="00020600040101010101" charset="-122"/>
              <a:cs typeface="Alibaba PuHuiTi M" pitchFamily="18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3422210" y="3566083"/>
            <a:ext cx="50427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学无止境</a:t>
            </a:r>
            <a:endParaRPr lang="en-US" altLang="zh-CN" sz="14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718" y="5649990"/>
            <a:ext cx="1657694" cy="448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229865AE-2B8A-2E44-9435-4099259B7984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D9E56B55-2186-0840-87BC-05EB5AC9EAB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bg>
      <p:bgPr>
        <a:gradFill flip="none" rotWithShape="1">
          <a:gsLst>
            <a:gs pos="100000">
              <a:srgbClr val="3957A5">
                <a:lumMod val="81000"/>
                <a:lumOff val="19000"/>
              </a:srgbClr>
            </a:gs>
            <a:gs pos="72000">
              <a:srgbClr val="30509C">
                <a:lumMod val="97000"/>
                <a:lumOff val="3000"/>
              </a:srgbClr>
            </a:gs>
            <a:gs pos="33000">
              <a:srgbClr val="1D418A">
                <a:lumMod val="83000"/>
              </a:srgbClr>
            </a:gs>
            <a:gs pos="0">
              <a:srgbClr val="1E428B">
                <a:lumMod val="52000"/>
              </a:srgbClr>
            </a:gs>
          </a:gsLst>
          <a:lin ang="18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36397" y="303040"/>
            <a:ext cx="1300177" cy="38428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45010" cy="151193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229865AE-2B8A-2E44-9435-4099259B7984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D9E56B55-2186-0840-87BC-05EB5AC9EAB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 sz="28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24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 sz="2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 sz="2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  <a:lvl2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3pPr>
            <a:lvl4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4pPr>
            <a:lvl5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2A8BCAC-B9F3-3641-8A78-296DD8FF190D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75FD5915-34D2-0947-A12A-AB87BF16001D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077" y="1"/>
            <a:ext cx="10515600" cy="59976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581" y="0"/>
            <a:ext cx="10515600" cy="609600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3.png"/><Relationship Id="rId4" Type="http://schemas.microsoft.com/office/2007/relationships/hdphoto" Target="../media/image4.wdp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9" Type="http://schemas.openxmlformats.org/officeDocument/2006/relationships/image" Target="../media/image14.png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7" Type="http://schemas.openxmlformats.org/officeDocument/2006/relationships/theme" Target="../theme/theme5.xml"/><Relationship Id="rId6" Type="http://schemas.microsoft.com/office/2007/relationships/hdphoto" Target="../media/image17.wdp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5" Type="http://schemas.openxmlformats.org/officeDocument/2006/relationships/theme" Target="../theme/theme6.xml"/><Relationship Id="rId4" Type="http://schemas.openxmlformats.org/officeDocument/2006/relationships/image" Target="../media/image3.png"/><Relationship Id="rId3" Type="http://schemas.microsoft.com/office/2007/relationships/hdphoto" Target="../media/image18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5" Type="http://schemas.openxmlformats.org/officeDocument/2006/relationships/theme" Target="../theme/theme7.xml"/><Relationship Id="rId14" Type="http://schemas.openxmlformats.org/officeDocument/2006/relationships/image" Target="../media/image14.png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80000">
              <a:srgbClr val="0070C0">
                <a:lumMod val="100000"/>
              </a:srgbClr>
            </a:gs>
            <a:gs pos="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3-1备份 4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0" y="-30335"/>
            <a:ext cx="12294870" cy="6915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43980" y="391713"/>
            <a:ext cx="1545420" cy="448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80000">
              <a:srgbClr val="0070C0">
                <a:lumMod val="100000"/>
              </a:srgbClr>
            </a:gs>
            <a:gs pos="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3-1备份 4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0" y="-30335"/>
            <a:ext cx="12294870" cy="6915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43980" y="391713"/>
            <a:ext cx="1545420" cy="448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9357" y="124800"/>
            <a:ext cx="1224000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344922" y="0"/>
            <a:ext cx="11632219" cy="609600"/>
          </a:xfrm>
          <a:prstGeom prst="rect">
            <a:avLst/>
          </a:prstGeom>
          <a:gradFill flip="none" rotWithShape="1">
            <a:gsLst>
              <a:gs pos="50000">
                <a:srgbClr val="64DBFF">
                  <a:alpha val="17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48153" cy="609600"/>
          </a:xfrm>
          <a:prstGeom prst="rect">
            <a:avLst/>
          </a:prstGeom>
          <a:solidFill>
            <a:srgbClr val="2C6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78215" y="0"/>
            <a:ext cx="148152" cy="609600"/>
          </a:xfrm>
          <a:prstGeom prst="rect">
            <a:avLst/>
          </a:prstGeom>
          <a:solidFill>
            <a:srgbClr val="66D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26367" y="125044"/>
            <a:ext cx="10515600" cy="45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575" y="124800"/>
            <a:ext cx="1331566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80000">
              <a:srgbClr val="0070C0">
                <a:lumMod val="100000"/>
              </a:srgbClr>
            </a:gs>
            <a:gs pos="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3-1备份 4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0" y="-30335"/>
            <a:ext cx="12294870" cy="691515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 rot="16200000">
            <a:off x="7369906" y="2428725"/>
            <a:ext cx="8080482" cy="2000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0" b="1" i="0" u="none" strike="noStrike" cap="none" spc="0" normalizeH="0" baseline="0">
                <a:gradFill>
                  <a:gsLst>
                    <a:gs pos="0">
                      <a:schemeClr val="bg1">
                        <a:alpha val="5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Alibaba PuHuiTi B" pitchFamily="18" charset="-122"/>
              </a:defRPr>
            </a:lvl1pPr>
          </a:lstStyle>
          <a:p>
            <a:r>
              <a:rPr lang="en-US" altLang="zh-CN" sz="12800" dirty="0">
                <a:cs typeface="思源黑体 CN Regular" panose="020B0500000000000000" pitchFamily="34" charset="-122"/>
                <a:sym typeface="微软雅黑" panose="020B0503020204020204" charset="-122"/>
              </a:rPr>
              <a:t>WiN</a:t>
            </a:r>
            <a:r>
              <a:rPr lang="zh-CN" altLang="en-US" sz="12800" dirty="0">
                <a:cs typeface="思源黑体 CN Regular" panose="020B0500000000000000" pitchFamily="34" charset="-122"/>
                <a:sym typeface="微软雅黑" panose="020B0503020204020204" charset="-122"/>
              </a:rPr>
              <a:t>学院</a:t>
            </a:r>
            <a:endParaRPr lang="en-US" altLang="zh-CN" sz="12800" dirty="0">
              <a:cs typeface="思源黑体 CN Regular" panose="020B0500000000000000" pitchFamily="34" charset="-122"/>
              <a:sym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6000">
              <a:srgbClr val="002060">
                <a:lumMod val="53000"/>
              </a:srgbClr>
            </a:gs>
            <a:gs pos="0">
              <a:srgbClr val="00206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3-1备份 4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0" y="-30335"/>
            <a:ext cx="12294870" cy="6915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43980" y="391713"/>
            <a:ext cx="1545420" cy="448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344922" y="0"/>
            <a:ext cx="11632219" cy="609600"/>
          </a:xfrm>
          <a:prstGeom prst="rect">
            <a:avLst/>
          </a:prstGeom>
          <a:gradFill flip="none" rotWithShape="1">
            <a:gsLst>
              <a:gs pos="50000">
                <a:srgbClr val="64DBFF">
                  <a:alpha val="17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48153" cy="609600"/>
          </a:xfrm>
          <a:prstGeom prst="rect">
            <a:avLst/>
          </a:prstGeom>
          <a:solidFill>
            <a:srgbClr val="2C6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78215" y="0"/>
            <a:ext cx="148152" cy="609600"/>
          </a:xfrm>
          <a:prstGeom prst="rect">
            <a:avLst/>
          </a:prstGeom>
          <a:solidFill>
            <a:srgbClr val="66D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26367" y="79324"/>
            <a:ext cx="10515600" cy="45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575" y="124800"/>
            <a:ext cx="1331566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69231" y="5010735"/>
            <a:ext cx="14516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lvl="0">
              <a:buClrTx/>
              <a:buSzTx/>
              <a:buFontTx/>
              <a:defRPr sz="1600">
                <a:gradFill>
                  <a:gsLst>
                    <a:gs pos="100000">
                      <a:srgbClr val="CCCCD5"/>
                    </a:gs>
                    <a:gs pos="0">
                      <a:srgbClr val="FFFFFF"/>
                    </a:gs>
                    <a:gs pos="33000">
                      <a:srgbClr val="ECECF1"/>
                    </a:gs>
                  </a:gsLst>
                  <a:lin ang="16200000" scaled="1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/>
            <a:r>
              <a:rPr/>
              <a:t>2026.04.02</a:t>
            </a:r>
            <a:endParaRPr lang="en-US" altLang="zh-CN" sz="2000" dirty="0"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ns2:embed="rId1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684536" y="582782"/>
            <a:ext cx="1657694" cy="448172"/>
          </a:xfrm>
          <a:prstGeom prst="rect">
            <a:avLst/>
          </a:prstGeom>
        </p:spPr>
      </p:pic>
      <p:grpSp>
        <p:nvGrpSpPr>
          <p:cNvPr id="17" name="组 8"/>
          <p:cNvGrpSpPr/>
          <p:nvPr/>
        </p:nvGrpSpPr>
        <p:grpSpPr>
          <a:xfrm flipH="1">
            <a:off x="6716700" y="426468"/>
            <a:ext cx="2567864" cy="6132610"/>
            <a:chOff x="7678983" y="362695"/>
            <a:chExt cx="2401644" cy="6132610"/>
          </a:xfrm>
        </p:grpSpPr>
        <p:cxnSp>
          <p:nvCxnSpPr>
            <p:cNvPr id="18" name="直接连接符 53"/>
            <p:cNvCxnSpPr/>
            <p:nvPr/>
          </p:nvCxnSpPr>
          <p:spPr>
            <a:xfrm flipV="1">
              <a:off x="7678983" y="362695"/>
              <a:ext cx="1" cy="6132610"/>
            </a:xfrm>
            <a:prstGeom prst="line">
              <a:avLst/>
            </a:prstGeom>
            <a:ln>
              <a:solidFill>
                <a:schemeClr val="bg1">
                  <a:alpha val="3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54"/>
            <p:cNvCxnSpPr/>
            <p:nvPr/>
          </p:nvCxnSpPr>
          <p:spPr>
            <a:xfrm flipV="1">
              <a:off x="7980598" y="362695"/>
              <a:ext cx="0" cy="2873991"/>
            </a:xfrm>
            <a:prstGeom prst="line">
              <a:avLst/>
            </a:prstGeom>
            <a:ln>
              <a:solidFill>
                <a:schemeClr val="bg1">
                  <a:alpha val="3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55"/>
            <p:cNvCxnSpPr/>
            <p:nvPr/>
          </p:nvCxnSpPr>
          <p:spPr>
            <a:xfrm flipV="1">
              <a:off x="8190601" y="362695"/>
              <a:ext cx="0" cy="2647040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56"/>
            <p:cNvCxnSpPr/>
            <p:nvPr/>
          </p:nvCxnSpPr>
          <p:spPr>
            <a:xfrm flipV="1">
              <a:off x="8400604" y="362695"/>
              <a:ext cx="0" cy="2420090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57"/>
            <p:cNvCxnSpPr/>
            <p:nvPr/>
          </p:nvCxnSpPr>
          <p:spPr>
            <a:xfrm flipV="1">
              <a:off x="8610607" y="362695"/>
              <a:ext cx="0" cy="2193139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58"/>
            <p:cNvCxnSpPr/>
            <p:nvPr/>
          </p:nvCxnSpPr>
          <p:spPr>
            <a:xfrm flipV="1">
              <a:off x="8820610" y="362695"/>
              <a:ext cx="0" cy="1966189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59"/>
            <p:cNvCxnSpPr/>
            <p:nvPr/>
          </p:nvCxnSpPr>
          <p:spPr>
            <a:xfrm flipV="1">
              <a:off x="9030612" y="362695"/>
              <a:ext cx="0" cy="1739238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60"/>
            <p:cNvCxnSpPr/>
            <p:nvPr/>
          </p:nvCxnSpPr>
          <p:spPr>
            <a:xfrm flipV="1">
              <a:off x="9240615" y="362696"/>
              <a:ext cx="0" cy="1512287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61"/>
            <p:cNvCxnSpPr/>
            <p:nvPr/>
          </p:nvCxnSpPr>
          <p:spPr>
            <a:xfrm flipV="1">
              <a:off x="9450618" y="362696"/>
              <a:ext cx="0" cy="1285337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62"/>
            <p:cNvCxnSpPr/>
            <p:nvPr/>
          </p:nvCxnSpPr>
          <p:spPr>
            <a:xfrm flipV="1">
              <a:off x="9660620" y="362696"/>
              <a:ext cx="0" cy="1058386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74"/>
            <p:cNvCxnSpPr/>
            <p:nvPr/>
          </p:nvCxnSpPr>
          <p:spPr>
            <a:xfrm flipV="1">
              <a:off x="9870624" y="362696"/>
              <a:ext cx="0" cy="831435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75"/>
            <p:cNvCxnSpPr/>
            <p:nvPr/>
          </p:nvCxnSpPr>
          <p:spPr>
            <a:xfrm flipV="1">
              <a:off x="10080627" y="362696"/>
              <a:ext cx="0" cy="604485"/>
            </a:xfrm>
            <a:prstGeom prst="line">
              <a:avLst/>
            </a:prstGeom>
            <a:ln w="6350" cap="flat" cmpd="sng" algn="ctr">
              <a:solidFill>
                <a:srgbClr val="FFFFFF">
                  <a:alpha val="31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/>
          <p:cNvSpPr txBox="1"/>
          <p:nvPr/>
        </p:nvSpPr>
        <p:spPr>
          <a:xfrm>
            <a:off x="669290" y="2061210"/>
            <a:ext cx="9752965" cy="13379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5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从消息流到工作流</a:t>
            </a:r>
            <a:endParaRPr lang="zh-CN" altLang="en-US" sz="4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: 圆角 13"/>
          <p:cNvSpPr/>
          <p:nvPr/>
        </p:nvSpPr>
        <p:spPr>
          <a:xfrm>
            <a:off x="669231" y="5783102"/>
            <a:ext cx="5224437" cy="371581"/>
          </a:xfrm>
          <a:prstGeom prst="roundRect">
            <a:avLst>
              <a:gd name="adj" fmla="val 50000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libaba PuHuiTi" charset="-122"/>
              </a:rPr>
              <a:t>AI / 协作系统实践分享  第别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libaba PuHuiTi" charset="-122"/>
            </a:endParaRPr>
          </a:p>
        </p:txBody>
      </p:sp>
    </p:spTree>
  </p:cSld>
  <p:clrMapOvr>
    <a:masterClrMapping/>
  </p:clrMapOvr>
  <ns4:AlternateContent>
    <ns4:Choice Requires="p14">
      <p:transition ns5:dur="10"/>
    </ns4:Choice>
    <ns4:Fallback>
      <p:transition/>
    </ns4:Fallback>
  </ns4:AlternateContent>
</p:sld>
</file>

<file path=ppt/slides/slide2.xml><?xml version="1.0" encoding="utf-8"?>
<p:sld xmlns:a="http://schemas.openxmlformats.org/drawingml/2006/main" xmlns:ns2="http://schemas.openxmlformats.org/officeDocument/2006/relationships" xmlns:ns3="http://schemas.openxmlformats.org/markup-compatibility/2006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3-1备份 4"/>
          <p:cNvPicPr>
            <a:picLocks noChangeAspect="1"/>
          </p:cNvPicPr>
          <p:nvPr userDrawn="1"/>
        </p:nvPicPr>
        <p:blipFill>
          <a:blip ns2:embed="rId1">
            <a:alphaModFix amt="10000"/>
          </a:blip>
          <a:stretch>
            <a:fillRect/>
          </a:stretch>
        </p:blipFill>
        <p:spPr>
          <a:xfrm rot="10800000" flipH="1">
            <a:off x="-3155" y="-1"/>
            <a:ext cx="12192000" cy="6858000"/>
          </a:xfrm>
          <a:prstGeom prst="rect">
            <a:avLst/>
          </a:prstGeom>
        </p:spPr>
      </p:pic>
      <p:pic>
        <p:nvPicPr>
          <p:cNvPr id="10" name="图片 9" descr="logo3-1备份 4"/>
          <p:cNvPicPr>
            <a:picLocks noChangeAspect="1"/>
          </p:cNvPicPr>
          <p:nvPr userDrawn="1"/>
        </p:nvPicPr>
        <p:blipFill rotWithShape="1">
          <a:blip ns2:embed="rId1"/>
          <a:srcRect l="74057"/>
          <a:stretch>
            <a:fillRect/>
          </a:stretch>
        </p:blipFill>
        <p:spPr>
          <a:xfrm>
            <a:off x="3155" y="-1"/>
            <a:ext cx="3189624" cy="6858001"/>
          </a:xfrm>
          <a:prstGeom prst="rect">
            <a:avLst/>
          </a:prstGeom>
        </p:spPr>
      </p:pic>
      <p:grpSp>
        <p:nvGrpSpPr>
          <p:cNvPr id="11" name="组 3"/>
          <p:cNvGrpSpPr/>
          <p:nvPr userDrawn="1"/>
        </p:nvGrpSpPr>
        <p:grpSpPr>
          <a:xfrm>
            <a:off x="892648" y="78138"/>
            <a:ext cx="2683351" cy="6829155"/>
            <a:chOff x="9834127" y="-121977"/>
            <a:chExt cx="2683351" cy="6829155"/>
          </a:xfrm>
        </p:grpSpPr>
        <p:sp>
          <p:nvSpPr>
            <p:cNvPr id="13" name="文本框 12"/>
            <p:cNvSpPr txBox="1"/>
            <p:nvPr/>
          </p:nvSpPr>
          <p:spPr>
            <a:xfrm rot="16200000">
              <a:off x="10233257" y="4422957"/>
              <a:ext cx="2076702" cy="2491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W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i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N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学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院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 rot="16200000">
              <a:off x="10965185" y="3501821"/>
              <a:ext cx="612846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从消息流到工作流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AI 如何把零散协作变成持续推进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01 为什么不是只做聊天 AI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02 四层协作链路如何跑起来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03 日志猎人案例、教训与边界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 rot="16200000">
              <a:off x="10602748" y="2658722"/>
              <a:ext cx="1337720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N</a:t>
              </a:r>
              <a:endParaRPr kumimoji="0" lang="en-US" altLang="zh-CN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rot="16200000">
              <a:off x="10089324" y="1321949"/>
              <a:ext cx="1981347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600" b="1" i="0" u="none" strike="noStrike" kern="1200" cap="none" spc="0" normalizeH="0" baseline="0" dirty="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学</a:t>
              </a:r>
              <a:endParaRPr kumimoji="0" lang="zh-CN" altLang="en-US" sz="15600" b="1" i="0" u="none" strike="noStrike" kern="1200" cap="none" spc="0" normalizeH="0" baseline="0" dirty="0"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 rot="16200000">
              <a:off x="10089325" y="-377175"/>
              <a:ext cx="1981345" cy="249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600" b="1" i="0" u="none" strike="noStrike" kern="1200" cap="none" spc="0" normalizeH="0" baseline="0" dirty="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2578DD">
                          <a:alpha val="0"/>
                        </a:srgbClr>
                      </a:gs>
                    </a:gsLst>
                    <a:lin ang="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宋体" panose="02010600030101010101" pitchFamily="2" charset="-122"/>
                </a:rPr>
                <a:t>院</a:t>
              </a:r>
              <a:endParaRPr kumimoji="0" lang="zh-CN" altLang="en-US" sz="15600" b="1" i="0" u="none" strike="noStrike" kern="1200" cap="none" spc="0" normalizeH="0" baseline="0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2578DD">
                        <a:alpha val="0"/>
                      </a:srgbClr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3561715" y="2420938"/>
            <a:ext cx="8300720" cy="3507740"/>
          </a:xfrm>
          <a:prstGeom prst="rect">
            <a:avLst/>
          </a:prstGeom>
        </p:spPr>
        <p:txBody>
          <a:bodyPr wrap="square" anchor="ctr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0" indent="-709295" fontAlgn="auto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charset="-122"/>
                <a:sym typeface="微软雅黑" panose="020B0503020204020204" charset="-122"/>
              </a:rPr>
              <a:t>功能优化</a:t>
            </a:r>
            <a:endParaRPr lang="zh-CN" altLang="en-US" sz="32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思源黑体 CN Bold" panose="020B0800000000000000" charset="-122"/>
              <a:sym typeface="微软雅黑" panose="020B0503020204020204" charset="-122"/>
            </a:endParaRPr>
          </a:p>
          <a:p>
            <a:pPr marL="1143000" indent="-709295" fontAlgn="auto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charset="-122"/>
                <a:sym typeface="微软雅黑" panose="020B0503020204020204" charset="-122"/>
              </a:rPr>
              <a:t>性能优化</a:t>
            </a:r>
            <a:endParaRPr lang="zh-CN" altLang="en-US" sz="32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思源黑体 CN Bold" panose="020B0800000000000000" charset="-122"/>
              <a:sym typeface="微软雅黑" panose="020B0503020204020204" charset="-122"/>
            </a:endParaRPr>
          </a:p>
          <a:p>
            <a:pPr marL="1143000" indent="-709295" fontAlgn="auto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charset="-122"/>
                <a:sym typeface="+mn-ea"/>
              </a:rPr>
              <a:t>核心模型</a:t>
            </a:r>
            <a:endParaRPr lang="zh-CN" altLang="en-US" sz="32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思源黑体 CN Bold" panose="020B0800000000000000" charset="-122"/>
              <a:sym typeface="+mn-ea"/>
            </a:endParaRPr>
          </a:p>
          <a:p>
            <a:pPr marL="1143000" indent="-709295" fontAlgn="auto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charset="-122"/>
                <a:sym typeface="+mn-ea"/>
              </a:rPr>
              <a:t>运维支持</a:t>
            </a:r>
            <a:endParaRPr lang="zh-CN" altLang="en-US" sz="32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8030" y="664210"/>
            <a:ext cx="677735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40000">
                      <a:srgbClr val="316CFE"/>
                    </a:gs>
                    <a:gs pos="6000">
                      <a:srgbClr val="4BD9FE"/>
                    </a:gs>
                    <a:gs pos="100000">
                      <a:schemeClr val="tx1">
                        <a:alpha val="0"/>
                      </a:scheme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  CONTENTS</a:t>
            </a:r>
            <a:endParaRPr kumimoji="0" lang="en-US" altLang="zh-CN" sz="720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40000">
                    <a:srgbClr val="316CFE"/>
                  </a:gs>
                  <a:gs pos="6000">
                    <a:srgbClr val="4BD9FE"/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ns3:AlternateContent>
    <ns3:Choice Requires="p14">
      <p:transition ns4:dur="10"/>
    </ns3:Choice>
    <ns3:Fallback>
      <p:transition/>
    </ns3:Fallback>
  </ns3:AlternateContent>
</p:sld>
</file>

<file path=ppt/slides/slide3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836295" y="3666490"/>
            <a:ext cx="5464175" cy="64516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>
              <a:buNone/>
              <a:defRPr lang="zh-CN" altLang="en-US" sz="2000" spc="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sz="3600" dirty="0">
                <a:latin typeface="Alibaba PuHuiTi Regular" panose="00020600040101010101" charset="-122"/>
                <a:ea typeface="Alibaba PuHuiTi Regular" panose="00020600040101010101" charset="-122"/>
                <a:sym typeface="+mn-ea"/>
              </a:rPr>
              <a:t>问题重构</a:t>
            </a:r>
            <a:endParaRPr sz="3600" dirty="0">
              <a:latin typeface="Alibaba PuHuiTi Regular" panose="00020600040101010101" charset="-122"/>
              <a:ea typeface="Alibaba PuHuiTi Regular" panose="0002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6607" y="1896987"/>
            <a:ext cx="5808095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98000">
                      <a:srgbClr val="316CFE"/>
                    </a:gs>
                    <a:gs pos="6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Alibaba PuHuiTi Medium" panose="00020600040101010101" charset="-122"/>
                <a:ea typeface="Alibaba PuHuiTi Medium" panose="00020600040101010101" charset="-122"/>
                <a:cs typeface="+mn-ea"/>
                <a:sym typeface="+mn-lt"/>
              </a:rPr>
              <a:t>PART 01</a:t>
            </a:r>
            <a:endParaRPr kumimoji="0" lang="en-US" altLang="zh-CN" sz="720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98000">
                    <a:srgbClr val="316CFE"/>
                  </a:gs>
                  <a:gs pos="6000">
                    <a:schemeClr val="bg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Alibaba PuHuiTi Medium" panose="00020600040101010101" charset="-122"/>
              <a:ea typeface="Alibaba PuHuiTi Medium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  <ns2:AlternateContent>
    <ns2:Choice Requires="p14">
      <p:transition ns3:dur="10"/>
    </ns2:Choice>
    <ns2:Fallback>
      <p:transition/>
    </ns2:Fallback>
  </ns2:AlternateContent>
</p:sld>
</file>

<file path=ppt/slides/slide4.xml><?xml version="1.0" encoding="utf-8"?>
<p:sld xmlns:a="http://schemas.openxmlformats.org/drawingml/2006/main" xmlns:ns2="http://schemas.openxmlformats.org/officeDocument/2006/relationships" xmlns:ns3="http://schemas.openxmlformats.org/markup-compatibility/2006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ns2:id="rId1"/>
    </p:custDataLst>
  </p:cSld>
  <p:clrMapOvr>
    <a:masterClrMapping/>
  </p:clrMapOvr>
  <ns3:AlternateContent>
    <ns3:Choice Requires="p14">
      <p:transition ns4:dur="10"/>
    </ns3:Choice>
    <ns3:Fallback>
      <p:transition/>
    </ns3:Fallback>
  </ns3:AlternateContent>
</p:sld>
</file>

<file path=ppt/slides/slide5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2"/>
          <p:cNvSpPr>
            <a:spLocks noGrp="1"/>
          </p:cNvSpPr>
          <p:nvPr/>
        </p:nvSpPr>
        <p:spPr>
          <a:xfrm>
            <a:off x="836607" y="3666711"/>
            <a:ext cx="3960000" cy="64516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>
              <a:buNone/>
              <a:defRPr lang="zh-CN" altLang="en-US" sz="2000" spc="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sz="3600" dirty="0">
                <a:latin typeface="Alibaba PuHuiTi Regular" panose="00020600040101010101" charset="-122"/>
                <a:ea typeface="Alibaba PuHuiTi Regular" panose="00020600040101010101" charset="-122"/>
                <a:sym typeface="+mn-ea"/>
              </a:rPr>
              <a:t>协作链路</a:t>
            </a:r>
            <a:endParaRPr sz="3600" dirty="0">
              <a:latin typeface="Alibaba PuHuiTi Regular" panose="00020600040101010101" charset="-122"/>
              <a:ea typeface="Alibaba PuHuiTi Regular" panose="0002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6607" y="1896987"/>
            <a:ext cx="5808095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98000">
                      <a:srgbClr val="316CFE"/>
                    </a:gs>
                    <a:gs pos="6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Alibaba PuHuiTi Medium" panose="00020600040101010101" charset="-122"/>
                <a:ea typeface="Alibaba PuHuiTi Medium" panose="00020600040101010101" charset="-122"/>
                <a:cs typeface="+mn-ea"/>
                <a:sym typeface="+mn-lt"/>
              </a:rPr>
              <a:t>PART 02</a:t>
            </a:r>
            <a:endParaRPr kumimoji="0" lang="en-US" altLang="zh-CN" sz="720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98000">
                    <a:srgbClr val="316CFE"/>
                  </a:gs>
                  <a:gs pos="6000">
                    <a:schemeClr val="bg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Alibaba PuHuiTi Medium" panose="00020600040101010101" charset="-122"/>
              <a:ea typeface="Alibaba PuHuiTi Medium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  <ns2:AlternateContent>
    <ns2:Choice Requires="p14">
      <p:transition ns3:dur="10"/>
    </ns2:Choice>
    <ns2:Fallback>
      <p:transition/>
    </ns2:Fallback>
  </ns2:AlternateContent>
</p:sld>
</file>

<file path=ppt/slides/slide6.xml><?xml version="1.0" encoding="utf-8"?>
<p:sld xmlns:a="http://schemas.openxmlformats.org/drawingml/2006/main" xmlns:ns2="http://schemas.openxmlformats.org/officeDocument/2006/relationships" xmlns:ns3="http://schemas.openxmlformats.org/markup-compatibility/2006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ns2:id="rId1"/>
    </p:custDataLst>
  </p:cSld>
  <p:clrMapOvr>
    <a:masterClrMapping/>
  </p:clrMapOvr>
  <ns3:AlternateContent>
    <ns3:Choice Requires="p14">
      <p:transition ns4:dur="10"/>
    </ns3:Choice>
    <ns3:Fallback>
      <p:transition/>
    </ns3:Fallback>
  </ns3:AlternateContent>
</p:sld>
</file>

<file path=ppt/slides/slide7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2"/>
          <p:cNvSpPr>
            <a:spLocks noGrp="1"/>
          </p:cNvSpPr>
          <p:nvPr/>
        </p:nvSpPr>
        <p:spPr>
          <a:xfrm>
            <a:off x="836295" y="3666490"/>
            <a:ext cx="4996180" cy="64516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>
              <a:buNone/>
              <a:defRPr lang="zh-CN" altLang="en-US" sz="2000" spc="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lang="zh-CN" altLang="en-US" sz="3600" dirty="0">
                <a:latin typeface="Alibaba PuHuiTi Regular" panose="00020600040101010101" charset="-122"/>
                <a:ea typeface="Alibaba PuHuiTi Regular" panose="00020600040101010101" charset="-122"/>
                <a:sym typeface="+mn-ea"/>
              </a:rPr>
              <a:t>案例与反思</a:t>
            </a:r>
            <a:endParaRPr lang="zh-CN" altLang="en-US" sz="3600" dirty="0">
              <a:latin typeface="Alibaba PuHuiTi Regular" panose="00020600040101010101" charset="-122"/>
              <a:ea typeface="Alibaba PuHuiTi Regular" panose="0002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6607" y="1896987"/>
            <a:ext cx="5808095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98000">
                      <a:srgbClr val="316CFE"/>
                    </a:gs>
                    <a:gs pos="6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Alibaba PuHuiTi Medium" panose="00020600040101010101" charset="-122"/>
                <a:ea typeface="Alibaba PuHuiTi Medium" panose="00020600040101010101" charset="-122"/>
                <a:cs typeface="+mn-ea"/>
                <a:sym typeface="+mn-lt"/>
              </a:rPr>
              <a:t>PART 03</a:t>
            </a:r>
            <a:endParaRPr kumimoji="0" lang="en-US" altLang="zh-CN" sz="720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98000">
                    <a:srgbClr val="316CFE"/>
                  </a:gs>
                  <a:gs pos="6000">
                    <a:schemeClr val="bg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Alibaba PuHuiTi Medium" panose="00020600040101010101" charset="-122"/>
              <a:ea typeface="Alibaba PuHuiTi Medium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  <ns2:AlternateContent>
    <ns2:Choice Requires="p14">
      <p:transition ns3:dur="10"/>
    </ns2:Choice>
    <ns2:Fallback>
      <p:transition/>
    </ns2:Fallback>
  </ns2:AlternateContent>
</p:sld>
</file>

<file path=ppt/slides/slide8.xml><?xml version="1.0" encoding="utf-8"?>
<p:sld xmlns:a="http://schemas.openxmlformats.org/drawingml/2006/main" xmlns:ns2="http://schemas.openxmlformats.org/officeDocument/2006/relationships" xmlns:ns3="http://schemas.openxmlformats.org/markup-compatibility/2006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ns2:id="rId1"/>
    </p:custDataLst>
  </p:cSld>
  <p:clrMapOvr>
    <a:masterClrMapping/>
  </p:clrMapOvr>
  <ns3:AlternateContent>
    <ns3:Choice Requires="p14">
      <p:transition ns4:dur="10"/>
    </ns3:Choice>
    <ns3:Fallback>
      <p:transition/>
    </ns3:Fallback>
  </ns3:AlternateContent>
</p:sld>
</file>

<file path=ppt/slides/slide9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ns2:AlternateContent>
    <ns2:Choice Requires="p14">
      <p:transition ns3:dur="10"/>
    </ns2:Choice>
    <ns2:Fallback>
      <p:transition/>
    </ns2:Fallback>
  </ns2:AlternateContent>
</p:sld>
</file>

<file path=ppt/tags/tag1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97"/>
</p:tagLst>
</file>

<file path=ppt/tags/tag2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97"/>
</p:tagLst>
</file>

<file path=ppt/tags/tag3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97"/>
</p:tagLst>
</file>

<file path=ppt/tags/tag4.xml><?xml version="1.0" encoding="utf-8"?>
<p:tagLst xmlns:p="http://schemas.openxmlformats.org/presentationml/2006/main">
  <p:tag name="KSO_WPP_MARK_KEY" val="bf6b3392-7925-4c76-a194-96e1490515cd"/>
  <p:tag name="COMMONDATA" val="eyJoZGlkIjoiNmQzMDk5YzA5ZDQ3NmViMzAyY2Y5NmQ0MWUyNzk2MzUifQ=="/>
  <p:tag name="resource_record_key" val="{&quot;13&quot;:[4712228,4722044,20025433,4663468,4722042,20025430,20469032,19951219,20481778,4626822,20482067,20481680,20362240,4721902,4364974,4563127,20419712,20362260,20419695,4563120,19948770,4646990,20419730],&quot;29&quot;:[20740257,20740242,20740292],&quot;65&quot;:[20217097],&quot;70&quot;:[3320075,3326235,3312369,3312292,3314082,3322384,3316232,3312427,3314080,3326188,3322209,3330158,3318391,3326985,3312345,3318395,3312359,3314436,3326989,3312660,3330170,3327356,3327358,3312646]}"/>
  <p:tag name="commondata" val="eyJoZGlkIjoiOTFhNmNhMDZkYjI4YzQzZmQ1YTJhZDRkN2U0N2Q3MWIifQ=="/>
</p:tagLst>
</file>

<file path=ppt/theme/theme1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ksdb"/>
        <a:cs typeface="ksdb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ksdb"/>
        <a:cs typeface="ksdb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ksdb"/>
        <a:cs typeface="ksdb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ksdb"/>
        <a:cs typeface="ksdb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ksdb"/>
        <a:cs typeface="ksdb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ksdb"/>
        <a:cs typeface="ksdb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ksdb"/>
        <a:cs typeface="ksdb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ksdb"/>
        <a:cs typeface="ksdb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ksdb"/>
        <a:cs typeface="ksdb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ksdb"/>
        <a:cs typeface="ksdb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宽屏</PresentationFormat>
  <Paragraphs>35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9</vt:i4>
      </vt:variant>
    </vt:vector>
  </HeadingPairs>
  <TitlesOfParts>
    <vt:vector size="39" baseType="lpstr">
      <vt:lpstr>Arial</vt:lpstr>
      <vt:lpstr>宋体</vt:lpstr>
      <vt:lpstr>Wingdings</vt:lpstr>
      <vt:lpstr>微软雅黑 Light</vt:lpstr>
      <vt:lpstr>微软雅黑</vt:lpstr>
      <vt:lpstr>思源黑体 CN Regular</vt:lpstr>
      <vt:lpstr>黑体</vt:lpstr>
      <vt:lpstr>Alibaba PuHuiTi Bold</vt:lpstr>
      <vt:lpstr>Alibaba PuHuiTi B</vt:lpstr>
      <vt:lpstr>Alibaba PuHuiTi</vt:lpstr>
      <vt:lpstr>Alibaba PuHuiTi Medium</vt:lpstr>
      <vt:lpstr>Alibaba PuHuiTi M</vt:lpstr>
      <vt:lpstr>阿里巴巴普惠体 R</vt:lpstr>
      <vt:lpstr>Wingdings</vt:lpstr>
      <vt:lpstr>思源黑体 CN Bold</vt:lpstr>
      <vt:lpstr>Alibaba PuHuiTi Regular</vt:lpstr>
      <vt:lpstr>EngraversGothic BT</vt:lpstr>
      <vt:lpstr>Yu Gothic UI</vt:lpstr>
      <vt:lpstr>OPPOSans B</vt:lpstr>
      <vt:lpstr>OPPOSans M</vt:lpstr>
      <vt:lpstr>等线 Light</vt:lpstr>
      <vt:lpstr>OPPOSans R</vt:lpstr>
      <vt:lpstr>Arial Unicode MS</vt:lpstr>
      <vt:lpstr>5_Office 主题​​</vt:lpstr>
      <vt:lpstr>2_Office 主题​​</vt:lpstr>
      <vt:lpstr>1_Office 主题​​</vt:lpstr>
      <vt:lpstr>自定义设计方案</vt:lpstr>
      <vt:lpstr>3_Office 主题​​</vt:lpstr>
      <vt:lpstr>4_Office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史杨东奇</dc:creator>
  <cp:lastModifiedBy>谭晓雯</cp:lastModifiedBy>
  <cp:revision>1816</cp:revision>
  <dcterms:created xsi:type="dcterms:W3CDTF">2023-10-26T03:22:00Z</dcterms:created>
  <dcterms:modified xsi:type="dcterms:W3CDTF">2026-04-01T11:03:01Z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E2EF6E736FEC4850934CF454AFF33E45_13</vt:lpwstr>
  </property>
</Properties>
</file>