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13232"/>
            <a:ext cx="4297680" cy="384048"/>
          </a:xfrm>
          <a:prstGeom prst="roundRect">
            <a:avLst>
              <a:gd name="adj" fmla="val 9524"/>
            </a:avLst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80467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一线真实协作实践拆解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如何把零散协作变成持续推进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108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重点不是多一个工具，而是把聊天里的推进动作接住。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" y="4754880"/>
            <a:ext cx="1143000" cy="960120"/>
          </a:xfrm>
          <a:prstGeom prst="roundRect">
            <a:avLst>
              <a:gd name="adj" fmla="val 3810"/>
            </a:avLst>
          </a:prstGeom>
          <a:solidFill>
            <a:srgbClr val="243252"/>
          </a:solidFill>
          <a:ln w="12700">
            <a:solidFill>
              <a:srgbClr val="5D72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4983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5321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零散输入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12264" y="4754880"/>
            <a:ext cx="1143000" cy="960120"/>
          </a:xfrm>
          <a:prstGeom prst="roundRect">
            <a:avLst>
              <a:gd name="adj" fmla="val 3810"/>
            </a:avLst>
          </a:prstGeom>
          <a:solidFill>
            <a:srgbClr val="243252"/>
          </a:solidFill>
          <a:ln w="12700">
            <a:solidFill>
              <a:srgbClr val="5D72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4983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85416" y="5321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分类与取舍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38144" y="4754880"/>
            <a:ext cx="1143000" cy="960120"/>
          </a:xfrm>
          <a:prstGeom prst="roundRect">
            <a:avLst>
              <a:gd name="adj" fmla="val 3810"/>
            </a:avLst>
          </a:prstGeom>
          <a:solidFill>
            <a:srgbClr val="243252"/>
          </a:solidFill>
          <a:ln w="12700">
            <a:solidFill>
              <a:srgbClr val="5D72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4983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11296" y="5321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专项承接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64024" y="4754880"/>
            <a:ext cx="1143000" cy="960120"/>
          </a:xfrm>
          <a:prstGeom prst="roundRect">
            <a:avLst>
              <a:gd name="adj" fmla="val 3810"/>
            </a:avLst>
          </a:prstGeom>
          <a:solidFill>
            <a:srgbClr val="243252"/>
          </a:solidFill>
          <a:ln w="12700">
            <a:solidFill>
              <a:srgbClr val="5D72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4983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37176" y="5321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召回与迁移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0" cy="4389120"/>
          </a:xfrm>
          <a:prstGeom prst="line">
            <a:avLst/>
          </a:prstGeom>
          <a:noFill/>
          <a:ln w="12700">
            <a:solidFill>
              <a:srgbClr val="4255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874520"/>
            <a:ext cx="45262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适合讲给还不熟悉 OpenClaw 的同事：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先讲问题，再讲分层，再讲为什么值得这样搭。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20840" y="3977640"/>
            <a:ext cx="4480560" cy="1280160"/>
          </a:xfrm>
          <a:prstGeom prst="roundRect">
            <a:avLst>
              <a:gd name="adj" fmla="val 3571"/>
            </a:avLst>
          </a:prstGeom>
          <a:solidFill>
            <a:srgbClr val="243252"/>
          </a:solidFill>
          <a:ln w="12700">
            <a:solidFill>
              <a:srgbClr val="F3B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B9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分享主线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4553712"/>
            <a:ext cx="384048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为什么会散 → 为什么这样分层 → 如果你也想搭，该从哪一步开始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先别看工具，先看问题本身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多数协作卡住，不是没人说，而是说过就散了。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52120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典型断点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76472"/>
            <a:ext cx="4617720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信息留在聊天里，后面没人接。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优先级没有显性化，今天先抓什么不清楚。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临近节点才感到压力，准备总是偏晚。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52120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真正要解决的事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76472"/>
            <a:ext cx="4617720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 AI 多回答一次，而是让消息里的判断、提醒、执行和复盘都有地方承接。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我的做法：把协作拆成四层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10332720" cy="822960"/>
          </a:xfrm>
          <a:prstGeom prst="roundRect">
            <a:avLst>
              <a:gd name="adj" fmla="val 4444"/>
            </a:avLst>
          </a:prstGeom>
          <a:solidFill>
            <a:srgbClr val="E8EE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993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消息流 / 临时想法 / 提醒 / 专项讨论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10332720" cy="914400"/>
          </a:xfrm>
          <a:prstGeom prst="roundRect">
            <a:avLst>
              <a:gd name="adj" fmla="val 4000"/>
            </a:avLst>
          </a:prstGeom>
          <a:solidFill>
            <a:srgbClr val="DDE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953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9535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work-control：判断进哪个槽，是否追问，是否升级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10332720" cy="1051560"/>
          </a:xfrm>
          <a:prstGeom prst="roundRect">
            <a:avLst>
              <a:gd name="adj" fmla="val 3478"/>
            </a:avLst>
          </a:prstGeom>
          <a:solidFill>
            <a:srgbClr val="C9DA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050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40507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work-system + executor + ACP/Codex：把判断变成持续执行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5120640"/>
            <a:ext cx="10332720" cy="868680"/>
          </a:xfrm>
          <a:prstGeom prst="roundRect">
            <a:avLst>
              <a:gd name="adj" fmla="val 4211"/>
            </a:avLst>
          </a:prstGeom>
          <a:solidFill>
            <a:srgbClr val="B8CF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285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5285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memory_search + cognition：召回、复盘、迁移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61722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不是堆模块，而是让每层只干一类事。这样系统才不容易互相污染。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`work-control` 要做成 skill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模糊输入，不能直接进正式系统。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548640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它解决的是“路由判断”，不是“记录存储”。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一句话过来，先判断是待办、专项、提醒，还是需要继续追问。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适合放在 skill：因为 skill 的本质就是把非结构化输入接成结构化入口。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这样做的好处，是后面的系统不会被模糊信息直接污染。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3310128"/>
            <a:ext cx="44805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35844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它最该回答的不是“存哪儿”，而是：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4005072"/>
            <a:ext cx="3474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这句话属于什么类型？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要不要追问补全？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值不值得升级成专项？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`work-system` 不只是记录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好系统不是记得多，而是能稳定推进。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3154680"/>
            <a:ext cx="33375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解决“别忘”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2416" y="4279392"/>
            <a:ext cx="2788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把会被漏掉的事显性保住。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44568" y="3154680"/>
            <a:ext cx="33375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今日聚焦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45736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解决“今天先抓什么”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45736" y="4279392"/>
            <a:ext cx="2788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把优先级抬头，而不是埋在消息里。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47888" y="3154680"/>
            <a:ext cx="33375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每日总结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9056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解决“什么时候该提前有压力”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49056" y="4279392"/>
            <a:ext cx="2788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让临近节点更早被感知，而不是最后一天才想起。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7790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同样都是工作信息，但它们解决的是不同时间尺度的问题，所以必须拆开。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`executor` 这一层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只有主会话，复杂任务很容易散。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52120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主会话擅长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3776472"/>
            <a:ext cx="4617720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判断、取舍、补上下文、定优先级。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它更像一个高带宽决策界面。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521208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Executor 擅长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8232" y="3776472"/>
            <a:ext cx="4617720" cy="1600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把复杂任务接住，拆成动作，持续跑完。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它让“想到”变成“能持续做到”。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executor 不是多一个模块，而是专门补“执行承接层”。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为什么再往下要接 `ACP + Codex`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复杂执行，不能只靠临时聊天。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66928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主会话可以先把问题整理成更专业的执行提示。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适合接代码、文档、专项推进等高复杂度执行。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它产出的不只是“一次性答案”，还可以回收到专项进度与后续协作里。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所以它的价值，不只是更会写代码，而是更适合承接复杂执行。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3337560"/>
            <a:ext cx="4160520" cy="1737360"/>
          </a:xfrm>
          <a:prstGeom prst="chevron">
            <a:avLst/>
          </a:prstGeom>
          <a:solidFill>
            <a:srgbClr val="EAF1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3794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主会话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梳理问题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82712" y="38221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2752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执行与产出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82912" y="38221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8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5520" y="3794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专项系统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回收沉淀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为什么长期记忆一定要有语义召回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协作真正的门槛，不是记录，而是以后还能接上。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3182112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493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找得到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968496"/>
            <a:ext cx="2212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换个说法也能把相关记忆捞出来。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3182112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3493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42232" y="3968496"/>
            <a:ext cx="2212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同一主题散落在多天记录里，也不容易漏掉。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3182112"/>
            <a:ext cx="26060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493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78624" y="3968496"/>
            <a:ext cx="221284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先前决策和今天问题之间，能恢复连续性。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6509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GGUF / cognition 在这里不是技术名词堆砌，而是让历史经验真的参与今天的判断。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SMALL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如果你也想搭，从这四步开始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1064240" cy="0"/>
          </a:xfrm>
          <a:prstGeom prst="line">
            <a:avLst/>
          </a:prstGeom>
          <a:noFill/>
          <a:ln w="12700">
            <a:solidFill>
              <a:srgbClr val="C9D3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DCE6FB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先搭顺序，再追求完整；先能稳定跑，再谈系统丰富。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6E8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0325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40050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4498848"/>
            <a:ext cx="228600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不要让消息直接落正式台账，先有一层路由判断。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30168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40325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70248" y="40050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拆开分工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4498848"/>
            <a:ext cx="228600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把提醒、今日聚焦、每日总结分开，不要混成一团。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28816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08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40325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68896" y="40050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补执行层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93408" y="4498848"/>
            <a:ext cx="228600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别把所有复杂任务都压在主对话里，给执行留承接层。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27464" y="3840480"/>
            <a:ext cx="269748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3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92056" y="4005072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6E8F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40325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67544" y="40050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补记忆层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92056" y="4498848"/>
            <a:ext cx="228600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最后再加长期记忆和复盘，让历史能回到今天。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重点不是让 AI 多回答一次，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B9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而是让协作少断一次。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32688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E6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从消息流到工作流，本质上是在给协作补“承接层”。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4572000" cy="0"/>
          </a:xfrm>
          <a:prstGeom prst="line">
            <a:avLst/>
          </a:prstGeom>
          <a:noFill/>
          <a:ln w="12700">
            <a:solidFill>
              <a:srgbClr val="4C6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09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840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适合收在“方法可复用、路径可落地”这个感觉上。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从消息流到工作流：AI 如何把零散协作变成持续推进</dc:title>
  <dc:subject>从消息流到工作流：AI 如何把零散协作变成持续推进</dc:subject>
  <dc:creator>OpenClaw</dc:creator>
  <cp:lastModifiedBy>OpenClaw</cp:lastModifiedBy>
  <cp:revision>1</cp:revision>
  <dcterms:created xsi:type="dcterms:W3CDTF">2026-04-02T01:25:31Z</dcterms:created>
  <dcterms:modified xsi:type="dcterms:W3CDTF">2026-04-02T01:25:31Z</dcterms:modified>
</cp:coreProperties>
</file>