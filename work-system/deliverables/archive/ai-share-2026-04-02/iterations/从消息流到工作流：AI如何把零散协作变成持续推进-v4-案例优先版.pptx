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13232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112" y="80467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真实协作实践 · 不讲虚的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3969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55080" y="1325880"/>
            <a:ext cx="0" cy="438912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82880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0482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这次汇报的主线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2432304"/>
            <a:ext cx="406908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先讲一个真实案例，再看它怎么逼出一套可复用的协作框架。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3429000"/>
            <a:ext cx="4480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648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不打算讲什么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4032504"/>
            <a:ext cx="4069080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不堆概念，不吹能力。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只讲做了什么、哪里还不够、后面打算怎么补。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先从“日志猎人”这个专项说起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它一开始只是想做一个日志巡检工具，后来发现：真正有价值的，是它能把“发现、分析、推动、验证”接成闭环。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它现在能做什么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主动从日志中识别异常、慢接口、代表链路，并生成 HTML 报告。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它不能做什么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还不等于自动解决问题；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目前只是把问题暴露、结构化，并推到更合适的角色面前。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这一页不是讲技术细节，而是先把能力边界说清楚。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它怎么反哺专项：以“中江病区护士站节点 down 事件”为例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这个事件本来只是被动响应，但通过日志猎人 + Codex，我们拿到了一份可以继续推动整改的分析报告。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2578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4670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已经做到的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3272" y="3730752"/>
            <a:ext cx="4846320" cy="1773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定位到可疑接口与关键代码路径；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识别出 3 段远程依赖串行执行、集成方式无缓存等核心问题；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产出了初步优化方案。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27248"/>
            <a:ext cx="49834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46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还做不到的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28232" y="3730752"/>
            <a:ext cx="4572000" cy="1773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没有实际运行时分段耗时证据；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没有确认最终走哪条分支（60 / HTTP / FHIR）；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也没有进入实施验证阶段。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这个案例最有价值的地方，不是“解决了什么”，而是“第一次把事故驱动的分析推进到可文档化、可追溯的状态”。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这个专项逼出来的协作框架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一开始只是想写脚本拉日志，后来发现：如果不补一层协作承接，分析结果很容易停在“发个报告就完了”。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0332720" cy="804672"/>
          </a:xfrm>
          <a:prstGeom prst="roundRect">
            <a:avLst>
              <a:gd name="adj" fmla="val 4545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9933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761488"/>
            <a:ext cx="10332720" cy="877824"/>
          </a:xfrm>
          <a:prstGeom prst="roundRect">
            <a:avLst>
              <a:gd name="adj" fmla="val 4167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22192"/>
            <a:ext cx="10332720" cy="1005840"/>
          </a:xfrm>
          <a:prstGeom prst="roundRect">
            <a:avLst>
              <a:gd name="adj" fmla="val 3636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39867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0332720" cy="859536"/>
          </a:xfrm>
          <a:prstGeom prst="roundRect">
            <a:avLst>
              <a:gd name="adj" fmla="val 4255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193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51937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614476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这套框架不是先设计出来的，而是被“日志猎人”这类专项逼出来的。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`work-control` 要做成 skill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3212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它解决的是“路由判断”，不是“记录存储”。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一句话过来，先判断是待办、专项、提醒，还是需要继续追问。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适合承接意图识别、槽位判断、是否升级成专项等前置判断。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这样做的价值，是把后续系统的噪音和污染压在入口之前。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6832" y="3246120"/>
            <a:ext cx="45720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34655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换成人话讲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3849624"/>
            <a:ext cx="4160520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在正式流程之前，先补一层“轻量分诊”。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这层做得好，后面的人力投入才不会浪费在误分流、重复确认和低质量推进上。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`work-system` 不只是记录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解决“别忘”。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把会被漏掉的事显性保住。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今日聚焦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解决“今天先抓什么”。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把优先级抬头，而不是埋在消息里。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1856" y="318211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3401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每日总结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0456" y="3785616"/>
            <a:ext cx="3017520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解决“什么时候该提前有压力”。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让临近节点更早被感知。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同样都是工作信息，但它们解决的是不同时间尺度的问题。拆开之后，系统才既能记，又能推。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`executor` 这一层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4672" y="3163824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832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67328"/>
            <a:ext cx="4846320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判断、取舍、补上下文、定优先级。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它更像一个高带宽决策界面，适合做方向判断，但不适合承接所有复杂执行。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3163824"/>
            <a:ext cx="49834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67328"/>
            <a:ext cx="4572000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把复杂任务接住，拆成动作，持续跑完。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它让“想到”变成“能持续做到”，减少执行过程中的回落与断档。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2531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它不是多一个模块，而是在主会话和复杂执行之间，补一层真正的承接能力。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为什么再往下要接 `ACP + Codex`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56692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主会话可以先把问题整理成更专业的执行提示。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更适合接代码、文档、专项推进等高复杂度执行。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它产出的不只是一次性答案，还可以回收到专项进度和后续协作里。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所以它的价值，不只是“更会写代码”，而是更适合承接复杂执行。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6832" y="3273552"/>
            <a:ext cx="4572000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34930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换成人话讲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85432" y="3877056"/>
            <a:ext cx="4160520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把专家经验、执行动作和过程产出更稳定地沉淀下来。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这会让复杂任务的推进更可复用，也更便于后续追踪和复盘。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如果你也想搭，从这四步开始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1852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0652760" cy="1042416"/>
          </a:xfrm>
          <a:prstGeom prst="roundRect">
            <a:avLst>
              <a:gd name="adj" fmla="val 5263"/>
            </a:avLst>
          </a:prstGeom>
          <a:solidFill>
            <a:srgbClr val="EAF1FF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08176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39312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03904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87184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93408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别把所有复杂任务都压在主对话里，给执行留承接层。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18320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4032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76688" y="39867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82912" y="4498848"/>
            <a:ext cx="22677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最后再加长期记忆和复盘，让历史真正回到今天。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9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75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subject>从消息流到工作流：AI 如何把零散协作变成持续推进</dc:subject>
  <dc:creator>OpenClaw</dc:creator>
  <cp:lastModifiedBy>OpenClaw</cp:lastModifiedBy>
  <cp:revision>1</cp:revision>
  <dcterms:created xsi:type="dcterms:W3CDTF">2026-04-02T02:36:28Z</dcterms:created>
  <dcterms:modified xsi:type="dcterms:W3CDTF">2026-04-02T02:36:28Z</dcterms:modified>
</cp:coreProperties>
</file>