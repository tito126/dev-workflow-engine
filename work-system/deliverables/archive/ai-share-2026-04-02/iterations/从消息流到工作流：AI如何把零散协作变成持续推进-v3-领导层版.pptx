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713232"/>
            <a:ext cx="4572000" cy="384048"/>
          </a:xfrm>
          <a:prstGeom prst="roundRect">
            <a:avLst>
              <a:gd name="adj" fmla="val 9524"/>
            </a:avLst>
          </a:prstGeom>
          <a:solidFill>
            <a:srgbClr val="6E8FD8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804672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真实协作实践 · 面向管理视角表达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48132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从消息流到工作流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139696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CE6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如何把零散协作变成持续推进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9808" y="309067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E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重点不是多一个工具，而是把聊天里的推进动作接住。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355080" y="1325880"/>
            <a:ext cx="0" cy="4389120"/>
          </a:xfrm>
          <a:prstGeom prst="line">
            <a:avLst/>
          </a:prstGeom>
          <a:noFill/>
          <a:ln w="12700">
            <a:solidFill>
              <a:srgbClr val="42557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20840" y="1828800"/>
            <a:ext cx="448056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0" y="2048256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这次汇报的重点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949440" y="2432304"/>
            <a:ext cx="4069080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不展开讲“AI 有多聪明”，而是聚焦：它如何把零散协作转成可持续执行，并带来更可感知的管理收益。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720840" y="3429000"/>
            <a:ext cx="4480560" cy="1783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0" y="3648456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管理层更关心什么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949440" y="4032504"/>
            <a:ext cx="4069080" cy="9966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效率是否提升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风险能否前置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重复成本是否下降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决策有没有更清晰的依据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E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先别看工具，先看问题本身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18520" cy="0"/>
          </a:xfrm>
          <a:prstGeom prst="line">
            <a:avLst/>
          </a:prstGeom>
          <a:noFill/>
          <a:ln w="12700">
            <a:solidFill>
              <a:srgbClr val="C9D3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55648"/>
            <a:ext cx="10652760" cy="1042416"/>
          </a:xfrm>
          <a:prstGeom prst="roundRect">
            <a:avLst>
              <a:gd name="adj" fmla="val 5263"/>
            </a:avLst>
          </a:prstGeom>
          <a:solidFill>
            <a:srgbClr val="EAF1FF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1168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多数协作卡住，不是没人说，而是说过就散了。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04672" y="3154680"/>
            <a:ext cx="5257800" cy="246888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337413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常见断点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33272" y="3758184"/>
            <a:ext cx="4846320" cy="16824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信息留在聊天里，后面没人接。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优先级没有显性化，今天先抓什么不清楚。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临近节点才感到压力，准备总是偏晚。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99632" y="3154680"/>
            <a:ext cx="4983480" cy="246888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337413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管理视角下，这意味着什么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28232" y="3758184"/>
            <a:ext cx="4572000" cy="16824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表面上看是信息分散，本质上会进一步放大执行波动、协同摩擦和管理盲区。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真正要解决的，不是“AI 会不会答”，而是“协作能不能被持续承接”。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75720" y="6492240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E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我的做法：把协作拆成四层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18520" cy="0"/>
          </a:xfrm>
          <a:prstGeom prst="line">
            <a:avLst/>
          </a:prstGeom>
          <a:noFill/>
          <a:ln w="12700">
            <a:solidFill>
              <a:srgbClr val="C9D3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828800"/>
            <a:ext cx="10332720" cy="804672"/>
          </a:xfrm>
          <a:prstGeom prst="roundRect">
            <a:avLst>
              <a:gd name="adj" fmla="val 4545"/>
            </a:avLst>
          </a:prstGeom>
          <a:solidFill>
            <a:srgbClr val="E8EE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19933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0" y="199339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消息流 / 临时想法 / 提醒 / 专项讨论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761488"/>
            <a:ext cx="10332720" cy="877824"/>
          </a:xfrm>
          <a:prstGeom prst="roundRect">
            <a:avLst>
              <a:gd name="adj" fmla="val 4167"/>
            </a:avLst>
          </a:prstGeom>
          <a:solidFill>
            <a:srgbClr val="DDE8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9260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743200" y="292608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work-control：判断进哪个槽，是否追问，是否升级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822192"/>
            <a:ext cx="10332720" cy="1005840"/>
          </a:xfrm>
          <a:prstGeom prst="roundRect">
            <a:avLst>
              <a:gd name="adj" fmla="val 3636"/>
            </a:avLst>
          </a:prstGeom>
          <a:solidFill>
            <a:srgbClr val="C9DA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98678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743200" y="398678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work-system + executor + ACP/Codex：把判断变成持续执行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5029200"/>
            <a:ext cx="10332720" cy="859536"/>
          </a:xfrm>
          <a:prstGeom prst="roundRect">
            <a:avLst>
              <a:gd name="adj" fmla="val 4255"/>
            </a:avLst>
          </a:prstGeom>
          <a:solidFill>
            <a:srgbClr val="B8CF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70432" y="51937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743200" y="519379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memory_search + cognition：召回、复盘、迁移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32688" y="6144768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不是堆模块，而是让每层只干一类事；这样才更容易控制复杂度，也更容易解释投入产出。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475720" y="6492240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E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`work-control` 要做成 skill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18520" cy="0"/>
          </a:xfrm>
          <a:prstGeom prst="line">
            <a:avLst/>
          </a:prstGeom>
          <a:noFill/>
          <a:ln w="12700">
            <a:solidFill>
              <a:srgbClr val="C9D3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55648"/>
            <a:ext cx="10652760" cy="1042416"/>
          </a:xfrm>
          <a:prstGeom prst="roundRect">
            <a:avLst>
              <a:gd name="adj" fmla="val 5263"/>
            </a:avLst>
          </a:prstGeom>
          <a:solidFill>
            <a:srgbClr val="EAF1FF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1168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模糊输入，不能直接进正式系统。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3154680"/>
            <a:ext cx="5532120" cy="2560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它解决的是“路由判断”，不是“记录存储”。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一句话过来，先判断是待办、专项、提醒，还是需要继续追问。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适合承接意图识别、槽位判断、是否升级成专项等前置判断。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这样做的价值，是把后续系统的噪音和污染压在入口之前。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656832" y="3246120"/>
            <a:ext cx="4572000" cy="2057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85432" y="3465576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管理层可以把它理解为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885432" y="3849624"/>
            <a:ext cx="4160520" cy="12710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在正式流程之前，先补一层“轻量分诊”。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这层做得好，后面的人力投入才不会浪费在误分流、重复确认和低质量推进上。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75720" y="6492240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E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`work-system` 不只是记录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18520" cy="0"/>
          </a:xfrm>
          <a:prstGeom prst="line">
            <a:avLst/>
          </a:prstGeom>
          <a:noFill/>
          <a:ln w="12700">
            <a:solidFill>
              <a:srgbClr val="C9D3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55648"/>
            <a:ext cx="10652760" cy="1042416"/>
          </a:xfrm>
          <a:prstGeom prst="roundRect">
            <a:avLst>
              <a:gd name="adj" fmla="val 5263"/>
            </a:avLst>
          </a:prstGeom>
          <a:solidFill>
            <a:srgbClr val="EAF1FF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1168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好系统不是记得多，而是能稳定推进。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3182112"/>
            <a:ext cx="342900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340156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Reminders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3785616"/>
            <a:ext cx="3017520" cy="1362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解决“别忘”。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把会被漏掉的事显性保住。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07408" y="3182112"/>
            <a:ext cx="342900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008" y="340156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今日聚焦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36008" y="3785616"/>
            <a:ext cx="3017520" cy="1362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解决“今天先抓什么”。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把优先级抬头，而不是埋在消息里。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91856" y="3182112"/>
            <a:ext cx="342900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0456" y="340156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每日总结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0456" y="3785616"/>
            <a:ext cx="3017520" cy="1362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解决“什么时候该提前有压力”。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让临近节点更早被感知。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5733288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同样都是工作信息，但它们解决的是不同时间尺度的问题。拆开之后，系统才既能记，又能推。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75720" y="6492240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E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 `executor` 这一层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18520" cy="0"/>
          </a:xfrm>
          <a:prstGeom prst="line">
            <a:avLst/>
          </a:prstGeom>
          <a:noFill/>
          <a:ln w="12700">
            <a:solidFill>
              <a:srgbClr val="C9D3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55648"/>
            <a:ext cx="10652760" cy="1042416"/>
          </a:xfrm>
          <a:prstGeom prst="roundRect">
            <a:avLst>
              <a:gd name="adj" fmla="val 5263"/>
            </a:avLst>
          </a:prstGeom>
          <a:solidFill>
            <a:srgbClr val="EAF1FF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1168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只有主会话，复杂任务很容易散。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04672" y="3163824"/>
            <a:ext cx="5257800" cy="2487168"/>
          </a:xfrm>
          <a:prstGeom prst="roundRect">
            <a:avLst>
              <a:gd name="adj" fmla="val 1838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338328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主会话擅长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33272" y="3767328"/>
            <a:ext cx="4846320" cy="1700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判断、取舍、补上下文、定优先级。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它更像一个高带宽决策界面，适合做方向判断，但不适合承接所有复杂执行。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99632" y="3163824"/>
            <a:ext cx="4983480" cy="2487168"/>
          </a:xfrm>
          <a:prstGeom prst="roundRect">
            <a:avLst>
              <a:gd name="adj" fmla="val 1838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338328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Executor 擅长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28232" y="3767328"/>
            <a:ext cx="4572000" cy="1700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把复杂任务接住，拆成动作，持续跑完。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它让“想到”变成“能持续做到”，减少执行过程中的回落与断档。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592531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它不是多一个模块，而是在主会话和复杂执行之间，补一层真正的承接能力。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75720" y="6492240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E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为什么再往下要接 `ACP + Codex`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18520" cy="0"/>
          </a:xfrm>
          <a:prstGeom prst="line">
            <a:avLst/>
          </a:prstGeom>
          <a:noFill/>
          <a:ln w="12700">
            <a:solidFill>
              <a:srgbClr val="C9D3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55648"/>
            <a:ext cx="10652760" cy="1042416"/>
          </a:xfrm>
          <a:prstGeom prst="roundRect">
            <a:avLst>
              <a:gd name="adj" fmla="val 5263"/>
            </a:avLst>
          </a:prstGeom>
          <a:solidFill>
            <a:srgbClr val="EAF1FF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1168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复杂执行，不能只靠临时聊天。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3127248"/>
            <a:ext cx="5669280" cy="2560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主会话可以先把问题整理成更专业的执行提示。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 更适合接代码、文档、专项推进等高复杂度执行。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它产出的不只是一次性答案，还可以回收到专项进度和后续协作里。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所以它的价值，不只是“更会写代码”，而是更适合承接复杂执行。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656832" y="3273552"/>
            <a:ext cx="4572000" cy="1993392"/>
          </a:xfrm>
          <a:prstGeom prst="roundRect">
            <a:avLst>
              <a:gd name="adj" fmla="val 2294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85432" y="3493008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对管理层的实际意义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885432" y="3877056"/>
            <a:ext cx="4160520" cy="12070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把专家经验、执行动作和过程产出更稳定地沉淀下来。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这会让复杂任务的推进更可复用，也更便于后续追踪和复盘。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75720" y="6492240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E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“日志猎人”案例：AI 价值不只在分析，更在治理闭环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18520" cy="0"/>
          </a:xfrm>
          <a:prstGeom prst="line">
            <a:avLst/>
          </a:prstGeom>
          <a:noFill/>
          <a:ln w="12700">
            <a:solidFill>
              <a:srgbClr val="C9D3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55648"/>
            <a:ext cx="10652760" cy="1042416"/>
          </a:xfrm>
          <a:prstGeom prst="roundRect">
            <a:avLst>
              <a:gd name="adj" fmla="val 5263"/>
            </a:avLst>
          </a:prstGeom>
          <a:solidFill>
            <a:srgbClr val="EAF1FF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1168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这个案例最有价值的，不是多查了一次日志，而是把“发现问题—分析问题—推动改进”接成了闭环。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04672" y="3127248"/>
            <a:ext cx="3429000" cy="2542032"/>
          </a:xfrm>
          <a:prstGeom prst="roundRect">
            <a:avLst>
              <a:gd name="adj" fmla="val 1799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334670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已实现的实战价值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33272" y="3730752"/>
            <a:ext cx="3017520" cy="1755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已能从日志中主动识别 ERROR、慢接口和代表链路，并生成可读报告，支撑问题发现、排查和复盘。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70832" y="3127248"/>
            <a:ext cx="3429000" cy="2542032"/>
          </a:xfrm>
          <a:prstGeom prst="roundRect">
            <a:avLst>
              <a:gd name="adj" fmla="val 1799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334670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对管理层更重要的启示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99432" y="3730752"/>
            <a:ext cx="3017520" cy="1755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价值不只是“技术同学更方便”，而是让风险暴露更前、排查路径更短、优化动作更容易被组织吸收。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36992" y="3127248"/>
            <a:ext cx="3429000" cy="2542032"/>
          </a:xfrm>
          <a:prstGeom prst="roundRect">
            <a:avLst>
              <a:gd name="adj" fmla="val 1799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65592" y="334670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当前表达边界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165592" y="3730752"/>
            <a:ext cx="3017520" cy="1755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这不是说已经自动解决了所有问题，而是已经把“主动巡检与持续治理”的基础链路搭起来了。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75720" y="6492240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E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VALUE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从“日志猎人”能看到的四类管理收益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18520" cy="0"/>
          </a:xfrm>
          <a:prstGeom prst="line">
            <a:avLst/>
          </a:prstGeom>
          <a:noFill/>
          <a:ln w="12700">
            <a:solidFill>
              <a:srgbClr val="C9D3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55648"/>
            <a:ext cx="10652760" cy="1042416"/>
          </a:xfrm>
          <a:prstGeom prst="roundRect">
            <a:avLst>
              <a:gd name="adj" fmla="val 5263"/>
            </a:avLst>
          </a:prstGeom>
          <a:solidFill>
            <a:srgbClr val="EAF1FF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1168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不夸大能力，但可以清楚看到：当协作被接住后，收益会从个人效率扩展到组织管理。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3154680"/>
            <a:ext cx="50292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3374136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效率提升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51560" y="3758184"/>
            <a:ext cx="4617720" cy="5394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把问题发现、代表链路补齐、结果整理这些高重复动作标准化，减少人工反复翻找与口头对齐。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09360" y="3154680"/>
            <a:ext cx="50292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3374136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风险前置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37960" y="3758184"/>
            <a:ext cx="4617720" cy="5394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从被动等故障、等反馈，转向更早暴露异常信号与性能问题，管理动作能更早介入。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4846320"/>
            <a:ext cx="50292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5065776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成本优化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51560" y="5449824"/>
            <a:ext cx="4617720" cy="5394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减少重复排查、重复沟通、重复解释的隐性成本，让同样的人力投入产出更多有效动作。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309360" y="4846320"/>
            <a:ext cx="50292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5065776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决策支撑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37960" y="5449824"/>
            <a:ext cx="4617720" cy="5394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把零散现象转成更结构化的信息，为后续优先级判断、专项投入和治理方向提供依据。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475720" y="6492240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E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SMALL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如果你也想搭，从这四步开始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18520" cy="0"/>
          </a:xfrm>
          <a:prstGeom prst="line">
            <a:avLst/>
          </a:prstGeom>
          <a:noFill/>
          <a:ln w="12700">
            <a:solidFill>
              <a:srgbClr val="C9D3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55648"/>
            <a:ext cx="10652760" cy="1042416"/>
          </a:xfrm>
          <a:prstGeom prst="roundRect">
            <a:avLst>
              <a:gd name="adj" fmla="val 5263"/>
            </a:avLst>
          </a:prstGeom>
          <a:solidFill>
            <a:srgbClr val="EAF1FF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1168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先搭顺序，再追求完整；先能稳定跑，再谈系统丰富。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49808" y="3840480"/>
            <a:ext cx="269748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6E8F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4005072"/>
            <a:ext cx="384048" cy="384048"/>
          </a:xfrm>
          <a:prstGeom prst="ellipse">
            <a:avLst/>
          </a:prstGeom>
          <a:solidFill>
            <a:srgbClr val="6E8FD8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03250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08176" y="398678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统一入口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4498848"/>
            <a:ext cx="2267712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不要让消息直接落正式台账，先有一层路由判断。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39312" y="3840480"/>
            <a:ext cx="269748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03904" y="4005072"/>
            <a:ext cx="384048" cy="384048"/>
          </a:xfrm>
          <a:prstGeom prst="ellipse">
            <a:avLst/>
          </a:prstGeom>
          <a:solidFill>
            <a:srgbClr val="6E8FD8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03904" y="403250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97680" y="398678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拆开分工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803904" y="4498848"/>
            <a:ext cx="2267712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把提醒、今日聚焦、每日总结分开，不要混成一团。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28816" y="3840480"/>
            <a:ext cx="269748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93408" y="4005072"/>
            <a:ext cx="384048" cy="384048"/>
          </a:xfrm>
          <a:prstGeom prst="ellipse">
            <a:avLst/>
          </a:prstGeom>
          <a:solidFill>
            <a:srgbClr val="6E8FD8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93408" y="403250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87184" y="398678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补执行层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93408" y="4498848"/>
            <a:ext cx="2267712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别把所有复杂任务都压在主对话里，给执行留承接层。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418320" y="3840480"/>
            <a:ext cx="269748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582912" y="4005072"/>
            <a:ext cx="384048" cy="384048"/>
          </a:xfrm>
          <a:prstGeom prst="ellipse">
            <a:avLst/>
          </a:prstGeom>
          <a:solidFill>
            <a:srgbClr val="6E8FD8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82912" y="403250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76688" y="398678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补记忆层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582912" y="4498848"/>
            <a:ext cx="2267712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最后再加长期记忆和复盘，让历史真正回到今天。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475720" y="6492240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74520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重点不是让 AI 多回答一次，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14400" y="2542032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B9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而是让协作少断一次。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32688" y="367588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CE6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从消息流到工作流，本质上是在给协作补“承接层”。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47091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E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OpenClaw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从消息流到工作流：AI 如何把零散协作变成持续推进</dc:title>
  <dc:subject>从消息流到工作流：AI 如何把零散协作变成持续推进</dc:subject>
  <dc:creator>OpenClaw</dc:creator>
  <cp:lastModifiedBy>OpenClaw</cp:lastModifiedBy>
  <cp:revision>1</cp:revision>
  <dcterms:created xsi:type="dcterms:W3CDTF">2026-04-02T02:15:14Z</dcterms:created>
  <dcterms:modified xsi:type="dcterms:W3CDTF">2026-04-02T02:15:14Z</dcterms:modified>
</cp:coreProperties>
</file>