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2" Type="http://schemas.openxmlformats.org/officeDocument/2006/relationships/notesSlide" Target="../notesSlides/notesSlide10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56.xml"/><Relationship Id="rId2" Type="http://schemas.openxmlformats.org/officeDocument/2006/relationships/tags" Target="../tags/tag38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143000" cy="292608"/>
          </a:xfrm>
          <a:prstGeom prst="roundRect">
            <a:avLst>
              <a:gd name="adj" fmla="val 9375"/>
            </a:avLst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795528"/>
            <a:ext cx="98755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 PRACTICE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6035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从消息流到工作流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084832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CE6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如何把零散协作变成持续推进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3017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E3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重点不是多一个工具，而是把聊天里的推进动作接住。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0" cy="4526280"/>
          </a:xfrm>
          <a:prstGeom prst="line">
            <a:avLst/>
          </a:prstGeom>
          <a:noFill/>
          <a:ln w="12700">
            <a:solidFill>
              <a:srgbClr val="4255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182880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这次汇报的主线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12280" y="2212848"/>
            <a:ext cx="4114800" cy="56692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B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先讲一个真实案例，再看它如何衍生出一套可复用的协作框架。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12280" y="3840480"/>
            <a:ext cx="4069080" cy="914400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B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这次刻意不去堆概念，也不去夸能力。重点只放在三件事：做了什么、已经沉淀了什么、后面准备怎么继续补。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CASE FIRST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先从“日志猎人”这个专项说起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它一开始只是想做一个日志巡检工具，后来发现：真正有价值的，是它能把“发现、分析、推动、验证”接成闭环。</a:t>
            </a:r>
            <a:endParaRPr lang="en-US" sz="22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804672" y="3127248"/>
            <a:ext cx="525780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033272" y="3346704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它现在能做什么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033272" y="3730752"/>
            <a:ext cx="4846320" cy="177393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主动从日志中识别异常、慢接口、代表链路，并生成 HTML 报告。</a:t>
            </a:r>
            <a:endParaRPr lang="en-US" sz="14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6199632" y="3127248"/>
            <a:ext cx="498348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6428232" y="334670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它现在最实际的价值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6428232" y="3730752"/>
            <a:ext cx="4572000" cy="177393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还不是自动解决问题，而是把问题发现和问题表达做得更稳，让后面的专项更容易接住。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5925312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</a:t>
            </a:r>
            <a:r>
              <a:rPr lang="zh-CN" altLang="en-US" sz="1500" i="1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</a:t>
            </a:r>
            <a:r>
              <a:rPr lang="en-US" sz="1500" i="1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边界，后面再讲它怎么反哺专项。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它怎么反哺专项：以“中江病区护士站节点 down 事件”为例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这个事件本来只是被动响应，但通过日志猎人 + Codex，我们拿到了一份可以继续推动整改的分析底稿。</a:t>
            </a:r>
            <a:endParaRPr lang="en-US" sz="22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804672" y="3127248"/>
            <a:ext cx="525780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033272" y="3346704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已经收口到的内容</a:t>
            </a:r>
            <a:endParaRPr lang="en-US" sz="17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033272" y="3730752"/>
            <a:ext cx="4846320" cy="177393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确认了目标接口与关键代码路径；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识别出 3 段远程依赖串行执行、集成方式无缓存等核心问题；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形成了第一版优化草案。</a:t>
            </a:r>
            <a:endParaRPr lang="en-US" sz="13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6199632" y="3127248"/>
            <a:ext cx="498348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6428232" y="334670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后续计划</a:t>
            </a:r>
            <a:endParaRPr lang="en-US" sz="17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6428232" y="3730752"/>
            <a:ext cx="4572000" cy="177393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补运行时分段耗时证据；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确认现场到底走哪条分支；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再决定是优先做止血优化，还是直接往中期治理推进。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925312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这次最重要的不是“已经解决完”，而是第一次把一个事故驱动的问题推进到了可文档化、可追踪、可继续落实的状态。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这个专项逐步衍生出的协作框架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一开始只是想写脚本拉日志，后来发现：如果不补一层协作承接，分析结果很容易停在“发个报告就完了”。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0332720" cy="804672"/>
          </a:xfrm>
          <a:prstGeom prst="roundRect">
            <a:avLst>
              <a:gd name="adj" fmla="val 4545"/>
            </a:avLst>
          </a:prstGeom>
          <a:solidFill>
            <a:srgbClr val="E8EE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99339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199339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消息流 / 临时想法 / 提醒 / 专项讨论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761488"/>
            <a:ext cx="10332720" cy="877824"/>
          </a:xfrm>
          <a:prstGeom prst="roundRect">
            <a:avLst>
              <a:gd name="adj" fmla="val 4167"/>
            </a:avLst>
          </a:prstGeom>
          <a:solidFill>
            <a:srgbClr val="DDE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92608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控制层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292608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work-control：判断进哪个槽，是否追问，是否升级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822192"/>
            <a:ext cx="10332720" cy="1005840"/>
          </a:xfrm>
          <a:prstGeom prst="roundRect">
            <a:avLst>
              <a:gd name="adj" fmla="val 3636"/>
            </a:avLst>
          </a:prstGeom>
          <a:solidFill>
            <a:srgbClr val="C9D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986784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3200" y="3986784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work-system + executor + ACP/Codex：把判断变成持续执行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5029200"/>
            <a:ext cx="10332720" cy="859536"/>
          </a:xfrm>
          <a:prstGeom prst="roundRect">
            <a:avLst>
              <a:gd name="adj" fmla="val 4255"/>
            </a:avLst>
          </a:prstGeom>
          <a:solidFill>
            <a:srgbClr val="B8CF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519379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43200" y="519379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memory_search + cognition：召回、复盘、迁移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" y="6144768"/>
            <a:ext cx="9875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这套框架不是先画出来的，而是在专项推进过程中逐步衍生、逐步长出来的。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 `work-control` 要做成 skill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模糊输入，不能直接进正式系统。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5532120" cy="256032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它解决的是“路由判断”，不是“记录存储”。</a:t>
            </a:r>
            <a:endParaRPr lang="en-US" sz="1800" dirty="0">
              <a:solidFill>
                <a:srgbClr val="1E24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03200" indent="-203200">
              <a:buSzPct val="100000"/>
              <a:buChar char="•"/>
            </a:pP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一句话过来，先判断是待办、专项、提醒，还是需要继续追问。</a:t>
            </a:r>
            <a:endParaRPr lang="en-US" sz="1800" dirty="0">
              <a:solidFill>
                <a:srgbClr val="1E24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03200" indent="-203200">
              <a:buSzPct val="100000"/>
              <a:buChar char="•"/>
            </a:pP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 适合承接意图识别、槽位判断、是否升级成专项等前置判断。</a:t>
            </a:r>
            <a:endParaRPr lang="en-US" sz="1800" dirty="0">
              <a:solidFill>
                <a:srgbClr val="1E24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03200" indent="-203200">
              <a:buSzPct val="100000"/>
              <a:buChar char="•"/>
            </a:pP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这样做的价值，是把后续系统的噪音和污染压在入口之前。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32295" y="331012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</a:t>
            </a:r>
            <a:r>
              <a:rPr lang="zh-CN" alt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句</a:t>
            </a: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话讲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32295" y="3730752"/>
            <a:ext cx="4389120" cy="1325880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在正式流程之前，先补一层“轻量分诊”。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这层做得好，后面的人力投入才不会浪费在误分流、重复确认和低质量推进上。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32295" y="3611880"/>
            <a:ext cx="429768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 `work-system` 不只是记录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好系统不是记得多，而是能稳定推进。</a:t>
            </a:r>
            <a:endParaRPr lang="en-US" sz="22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822960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051560" y="340156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Reminders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051560" y="3785616"/>
            <a:ext cx="3017520" cy="136245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解决“别忘”。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把会被漏掉的事显性保住。</a:t>
            </a:r>
            <a:endParaRPr lang="en-US" sz="14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4407408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4636008" y="340156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今日聚焦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4636008" y="3785616"/>
            <a:ext cx="3017520" cy="136245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解决“今天先抓什么”。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把优先级抬头，而不是埋在消息里。</a:t>
            </a:r>
            <a:endParaRPr lang="en-US" sz="1400" dirty="0"/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7991856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8220456" y="340156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每日总结</a:t>
            </a:r>
            <a:endParaRPr lang="en-US" sz="18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8220456" y="3785616"/>
            <a:ext cx="3017520" cy="136245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解决“什么时候该提前有压力”。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让临近节点更早被感知。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733288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同样都是工作信息，但它们解决的是不同时间尺度的问题。拆开之后，系统才既能记，又能推。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为什么需要 `executor`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只有主会话，复杂任务很容易散。</a:t>
            </a:r>
            <a:endParaRPr lang="en-US" sz="22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804672" y="3163824"/>
            <a:ext cx="525780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033272" y="3383280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主会话擅长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033272" y="3767328"/>
            <a:ext cx="4846320" cy="1700784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判断、取舍、补上下文、定优先级。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它更像一个高带宽决策界面，适合做方向判断，但不适合承接所有复杂执行。</a:t>
            </a:r>
            <a:endParaRPr lang="en-US" sz="13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6199632" y="3163824"/>
            <a:ext cx="498348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6428232" y="33832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Executor 擅长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6428232" y="3767328"/>
            <a:ext cx="4572000" cy="1700784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把复杂任务接住，拆成动作，持续跑完。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它让“想到”变成“能持续做到”，减少执行过程中的回落与断档。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925312"/>
            <a:ext cx="9875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它不是多一个模块，而是在主会话和复杂执行之间，补一层真正的承接能力。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为什么再往下要接 `ACP + Codex`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复杂执行，不能只靠临时聊天。</a:t>
            </a:r>
            <a:endParaRPr lang="en-US" sz="22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822960" y="3154680"/>
            <a:ext cx="34747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051560" y="3374136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executor </a:t>
            </a: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051560" y="3758184"/>
            <a:ext cx="3063240" cy="145389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先把问题说明白，补上下文，收口目标。</a:t>
            </a:r>
            <a:endParaRPr lang="en-US" sz="14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4361688" y="3154680"/>
            <a:ext cx="34747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4590288" y="3374136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ACP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4590288" y="3758184"/>
            <a:ext cx="3063240" cy="145389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把任务送进合适的执行环境，让复杂任务有地方真正展开。</a:t>
            </a:r>
            <a:endParaRPr lang="en-US" sz="1400" dirty="0"/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7900416" y="3154680"/>
            <a:ext cx="34747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8129016" y="3374136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Codex</a:t>
            </a:r>
            <a:endParaRPr lang="en-US" sz="18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8129016" y="3758184"/>
            <a:ext cx="3063240" cy="145389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接住代码、文档、分析这些重执行内容，并把结果回写到专项里。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797296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它的价值，不只是“多用了一个工具”，而是把聊天里的判断推进成可执行、可落档、可复用的链路。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MEMORY LAYER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为什么长期记忆一定要有语义召回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memory_search + cognition 解决的，不是“存没存下来”，而是“需要的时候，能不能把真正相关的内容找出来并接上今天的问题”。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127248"/>
            <a:ext cx="3337560" cy="24231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34670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memory_search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3730752"/>
            <a:ext cx="2926080" cy="163677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负责把历史记录里最相关的片段先捞出来，让召回从“靠翻文件”变成“先有语义命中”。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25696" y="3127248"/>
            <a:ext cx="3337560" cy="2423160"/>
          </a:xfrm>
          <a:prstGeom prst="roundRect">
            <a:avLst>
              <a:gd name="adj" fmla="val 1887"/>
            </a:avLst>
          </a:prstGeom>
          <a:solidFill>
            <a:srgbClr val="EEF4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334670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gguf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54296" y="3730752"/>
            <a:ext cx="2926080" cy="163677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是这层语义召回的核心工具。它提供本地向量语义能力，让长期记忆具备“找得到、少漏、接得上”的基础条件。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28432" y="3127248"/>
            <a:ext cx="3337560" cy="24231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334670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cognition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57032" y="3730752"/>
            <a:ext cx="2926080" cy="163677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负责把召回出来的历史结论重新组织进当前判断里，让记忆不只是被找到，而是真正参与今天的分析和决策。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797296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这一层体现的不是“多用了一个模型文件”，而是已经开始把工具调用推进到记忆系统的底层能力建设。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START SMALL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如果你也想搭，从这四步开始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先搭顺序，再追求完整；先能稳定跑，再谈系统丰富。</a:t>
            </a:r>
            <a:endParaRPr lang="en-US" sz="22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309753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6E8FD8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474345" y="391363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474345" y="4032504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968121" y="3986784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统一入口</a:t>
            </a:r>
            <a:endParaRPr lang="en-US" sz="160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474345" y="4498848"/>
            <a:ext cx="2267712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不要让消息直接落正式台账，先有一层路由判断。</a:t>
            </a:r>
            <a:endParaRPr lang="en-US" sz="1150" dirty="0"/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3199257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EEF4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3363849" y="391363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3363849" y="4032504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3857625" y="3986784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拆开分工</a:t>
            </a:r>
            <a:endParaRPr lang="en-US" sz="1600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3363849" y="4498848"/>
            <a:ext cx="2267712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把提醒、今日聚焦、每日总结分开，不要混成一团。</a:t>
            </a:r>
            <a:endParaRPr lang="en-US" sz="1150" dirty="0"/>
          </a:p>
        </p:txBody>
      </p:sp>
      <p:sp>
        <p:nvSpPr>
          <p:cNvPr id="18" name="Shape 16"/>
          <p:cNvSpPr/>
          <p:nvPr>
            <p:custDataLst>
              <p:tags r:id="rId11"/>
            </p:custDataLst>
          </p:nvPr>
        </p:nvSpPr>
        <p:spPr>
          <a:xfrm>
            <a:off x="6088761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6253353" y="391363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6253353" y="4032504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6747129" y="3986784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补执行层</a:t>
            </a:r>
            <a:endParaRPr lang="en-US" sz="1600" dirty="0"/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6253353" y="4498848"/>
            <a:ext cx="2267712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别把所有复杂任务都压在主会话里，给执行留承接层。</a:t>
            </a:r>
            <a:endParaRPr lang="en-US" sz="1150" dirty="0"/>
          </a:p>
        </p:txBody>
      </p:sp>
      <p:sp>
        <p:nvSpPr>
          <p:cNvPr id="23" name="Shape 21"/>
          <p:cNvSpPr/>
          <p:nvPr>
            <p:custDataLst>
              <p:tags r:id="rId16"/>
            </p:custDataLst>
          </p:nvPr>
        </p:nvSpPr>
        <p:spPr>
          <a:xfrm>
            <a:off x="8978265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EEF4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24" name="Shape 22"/>
          <p:cNvSpPr/>
          <p:nvPr>
            <p:custDataLst>
              <p:tags r:id="rId17"/>
            </p:custDataLst>
          </p:nvPr>
        </p:nvSpPr>
        <p:spPr>
          <a:xfrm>
            <a:off x="9142857" y="391363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9142857" y="4032504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9636633" y="3986784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补记忆层</a:t>
            </a:r>
            <a:endParaRPr lang="en-US" sz="1600" dirty="0"/>
          </a:p>
        </p:txBody>
      </p:sp>
      <p:sp>
        <p:nvSpPr>
          <p:cNvPr id="27" name="Text 25"/>
          <p:cNvSpPr/>
          <p:nvPr>
            <p:custDataLst>
              <p:tags r:id="rId20"/>
            </p:custDataLst>
          </p:nvPr>
        </p:nvSpPr>
        <p:spPr>
          <a:xfrm>
            <a:off x="9142857" y="4498848"/>
            <a:ext cx="2267712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最后再加长期记忆和复盘，让历史真正回到今天。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74520"/>
            <a:ext cx="8778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重点不是让 AI 多回答一次，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2542032"/>
            <a:ext cx="7315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B9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而是让协作少断一次。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32688" y="3675888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CE6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从消息流到工作流，本质上是在给协作补“承接层”。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70916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THANKS</a:t>
            </a:r>
            <a:endParaRPr lang="en-US" sz="2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2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3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4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5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6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7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8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9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10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11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12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13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14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15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16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17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18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19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20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21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22.xml><?xml version="1.0" encoding="utf-8"?>
<p:tagLst xmlns:p="http://schemas.openxmlformats.org/presentationml/2006/main">
  <p:tag name="KSO_WM_DIAGRAM_VIRTUALLY_FRAME" val="{&quot;height&quot;:195.83999999999997,&quot;left&quot;:63.36,&quot;top&quot;:249.11999999999998,&quot;width&quot;:817.2}"/>
</p:tagLst>
</file>

<file path=ppt/tags/tag23.xml><?xml version="1.0" encoding="utf-8"?>
<p:tagLst xmlns:p="http://schemas.openxmlformats.org/presentationml/2006/main">
  <p:tag name="KSO_WM_DIAGRAM_VIRTUALLY_FRAME" val="{&quot;height&quot;:195.83999999999997,&quot;left&quot;:63.36,&quot;top&quot;:249.11999999999998,&quot;width&quot;:817.2}"/>
</p:tagLst>
</file>

<file path=ppt/tags/tag24.xml><?xml version="1.0" encoding="utf-8"?>
<p:tagLst xmlns:p="http://schemas.openxmlformats.org/presentationml/2006/main">
  <p:tag name="KSO_WM_DIAGRAM_VIRTUALLY_FRAME" val="{&quot;height&quot;:195.83999999999997,&quot;left&quot;:63.36,&quot;top&quot;:249.11999999999998,&quot;width&quot;:817.2}"/>
</p:tagLst>
</file>

<file path=ppt/tags/tag25.xml><?xml version="1.0" encoding="utf-8"?>
<p:tagLst xmlns:p="http://schemas.openxmlformats.org/presentationml/2006/main">
  <p:tag name="KSO_WM_DIAGRAM_VIRTUALLY_FRAME" val="{&quot;height&quot;:195.83999999999997,&quot;left&quot;:63.36,&quot;top&quot;:249.11999999999998,&quot;width&quot;:817.2}"/>
</p:tagLst>
</file>

<file path=ppt/tags/tag26.xml><?xml version="1.0" encoding="utf-8"?>
<p:tagLst xmlns:p="http://schemas.openxmlformats.org/presentationml/2006/main">
  <p:tag name="KSO_WM_DIAGRAM_VIRTUALLY_FRAME" val="{&quot;height&quot;:195.83999999999997,&quot;left&quot;:63.36,&quot;top&quot;:249.11999999999998,&quot;width&quot;:817.2}"/>
</p:tagLst>
</file>

<file path=ppt/tags/tag27.xml><?xml version="1.0" encoding="utf-8"?>
<p:tagLst xmlns:p="http://schemas.openxmlformats.org/presentationml/2006/main">
  <p:tag name="KSO_WM_DIAGRAM_VIRTUALLY_FRAME" val="{&quot;height&quot;:195.83999999999997,&quot;left&quot;:63.36,&quot;top&quot;:249.11999999999998,&quot;width&quot;:817.2}"/>
</p:tagLst>
</file>

<file path=ppt/tags/tag28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29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30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31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32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33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34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35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36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37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38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39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40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41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42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43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44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45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46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47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48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49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50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51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52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53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54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55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ags/tag56.xml><?xml version="1.0" encoding="utf-8"?>
<p:tagLst xmlns:p="http://schemas.openxmlformats.org/presentationml/2006/main">
  <p:tag name="KSO_WM_DIAGRAM_VIRTUALLY_FRAME" val="{&quot;height&quot;:136.8,&quot;left&quot;:24.390000000000008,&quot;top&quot;:302.4,&quot;width&quot;:894.9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2125</Words>
  <Application>WPS 演示</Application>
  <PresentationFormat>On-screen Show (16:9)</PresentationFormat>
  <Paragraphs>233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Arial</vt:lpstr>
      <vt:lpstr>Arial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OpenClaw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从消息流到工作流：AI 如何把零散协作变成持续推进</dc:title>
  <dc:creator>OpenClaw</dc:creator>
  <dc:subject>从消息流到工作流：AI 如何把零散协作变成持续推进</dc:subject>
  <cp:lastModifiedBy>谭晓雯</cp:lastModifiedBy>
  <cp:revision>7</cp:revision>
  <dcterms:created xsi:type="dcterms:W3CDTF">2026-04-02T03:15:00Z</dcterms:created>
  <dcterms:modified xsi:type="dcterms:W3CDTF">2026-04-02T03:25:30Z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9685150D13C44C76BBE51FA9C2284FA5_12</vt:lpwstr>
  </property>
  <property fmtid="{D5CDD505-2E9C-101B-9397-08002B2CF9AE}" pid="3" name="KSOProductBuildVer">
    <vt:lpwstr>2052-12.1.0.25225</vt:lpwstr>
  </property>
</Properties>
</file>