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13232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804672"/>
            <a:ext cx="4114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真实协作实践 · 不讲虚的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从消息流到工作流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139696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E6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如何把零散协作变成持续推进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309067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E3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重点不是多一个工具，而是把聊天里的推进动作接住。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55080" y="1325880"/>
            <a:ext cx="0" cy="4389120"/>
          </a:xfrm>
          <a:prstGeom prst="line">
            <a:avLst/>
          </a:prstGeom>
          <a:noFill/>
          <a:ln w="12700">
            <a:solidFill>
              <a:srgbClr val="4255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828800"/>
            <a:ext cx="4480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048256"/>
            <a:ext cx="4069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这次汇报的主线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0" y="2432304"/>
            <a:ext cx="4069080" cy="4023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先讲一个真实案例，再看它怎么逼出一套可复用的协作框架。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3429000"/>
            <a:ext cx="44805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648456"/>
            <a:ext cx="4069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不打算讲什么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0" y="4032504"/>
            <a:ext cx="4069080" cy="99669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不堆概念，不吹能力。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只讲做了什么、已经沉淀了什么、后面准备怎么继续补。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CASE 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先从“日志猎人”这个专项说起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它一开始只是想做一个日志巡检工具，后来发现：真正有价值的，是它能把“发现、分析、推动、验证”接成闭环。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4672" y="3127248"/>
            <a:ext cx="525780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46704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它现在能做什么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3730752"/>
            <a:ext cx="484632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主动从日志中识别异常、慢接口、代表链路，并生成 HTML 报告。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9632" y="3127248"/>
            <a:ext cx="49834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4670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它现在最实际的价值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3730752"/>
            <a:ext cx="457200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还不是自动解决问题，而是把问题发现和问题表达做得更稳，让后面的专项更容易接住。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先把边界说清楚，后面再讲它怎么反哺专项。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它怎么反哺专项：以“中江病区护士站节点 down 事件”为例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这个事件本来只是被动响应，但通过日志猎人 + Codex，我们拿到了一份可以继续推动整改的分析底稿。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4672" y="3127248"/>
            <a:ext cx="525780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46704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已经收口到的内容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33272" y="3730752"/>
            <a:ext cx="484632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确认了目标接口与关键代码路径；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识别出 3 段远程依赖串行执行、集成方式无缓存等核心问题；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形成了第一版优化草案。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3127248"/>
            <a:ext cx="49834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4670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后续计划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28232" y="3730752"/>
            <a:ext cx="457200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补运行时分段耗时证据；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确认现场到底走哪条分支；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再决定是优先做止血优化，还是直接往中期治理推进。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这次最重要的不是“已经解决完”，而是第一次把一个事故驱动的问题推进到了可文档化、可追踪、可继续落实的状态。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这个专项逼出来的协作框架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一开始只是想写脚本拉日志，后来发现：如果不补一层协作承接，分析结果很容易停在“发个报告就完了”。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0332720" cy="804672"/>
          </a:xfrm>
          <a:prstGeom prst="roundRect">
            <a:avLst>
              <a:gd name="adj" fmla="val 4545"/>
            </a:avLst>
          </a:prstGeom>
          <a:solidFill>
            <a:srgbClr val="E8EE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9933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19933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消息流 / 临时想法 / 提醒 / 专项讨论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761488"/>
            <a:ext cx="10332720" cy="877824"/>
          </a:xfrm>
          <a:prstGeom prst="roundRect">
            <a:avLst>
              <a:gd name="adj" fmla="val 4167"/>
            </a:avLst>
          </a:prstGeom>
          <a:solidFill>
            <a:srgbClr val="DDE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92608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work-control：判断进哪个槽，是否追问，是否升级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822192"/>
            <a:ext cx="10332720" cy="1005840"/>
          </a:xfrm>
          <a:prstGeom prst="roundRect">
            <a:avLst>
              <a:gd name="adj" fmla="val 3636"/>
            </a:avLst>
          </a:prstGeom>
          <a:solidFill>
            <a:srgbClr val="C9D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98678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3986784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work-system + executor + ACP/Codex：把判断变成持续执行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5029200"/>
            <a:ext cx="10332720" cy="859536"/>
          </a:xfrm>
          <a:prstGeom prst="roundRect">
            <a:avLst>
              <a:gd name="adj" fmla="val 4255"/>
            </a:avLst>
          </a:prstGeom>
          <a:solidFill>
            <a:srgbClr val="B8CF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1937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51937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memory_search + cognition：召回、复盘、迁移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6144768"/>
            <a:ext cx="9875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这套框架不是先设计出来的，而是被真实专项的推进阻力一步一步逼出来的。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`work-control` 要做成 skill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模糊输入，不能直接进正式系统。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5532120" cy="256032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它解决的是“路由判断”，不是“记录存储”。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一句话过来，先判断是待办、专项、提醒，还是需要继续追问。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适合承接意图识别、槽位判断、是否升级成专项等前置判断。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这样做的价值，是把后续系统的噪音和污染压在入口之前。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56832" y="3246120"/>
            <a:ext cx="45720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3465576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换成人话讲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85432" y="3849624"/>
            <a:ext cx="4160520" cy="127101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在正式流程之前，先补一层“轻量分诊”。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这层做得好，后面的人力投入才不会浪费在误分流、重复确认和低质量推进上。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`work-system` 不只是记录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好系统不是记得多，而是能稳定推进。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4015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Reminders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785616"/>
            <a:ext cx="3017520" cy="136245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解决“别忘”。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把会被漏掉的事显性保住。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7408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34015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今日聚焦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3785616"/>
            <a:ext cx="3017520" cy="136245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解决“今天先抓什么”。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把优先级抬头，而不是埋在消息里。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1856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0456" y="34015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每日总结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0456" y="3785616"/>
            <a:ext cx="3017520" cy="136245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解决“什么时候该提前有压力”。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让临近节点更早被感知。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33288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同样都是工作信息，但它们解决的是不同时间尺度的问题。拆开之后，系统才既能记，又能推。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为什么需要 `executor`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只有主会话，复杂任务很容易散。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4672" y="3163824"/>
            <a:ext cx="525780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8328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主会话擅长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3767328"/>
            <a:ext cx="4846320" cy="1700784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判断、取舍、补上下文、定优先级。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它更像一个高带宽决策界面，适合做方向判断，但不适合承接所有复杂执行。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3163824"/>
            <a:ext cx="498348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Executor 擅长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3767328"/>
            <a:ext cx="4572000" cy="1700784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把复杂任务接住，拆成动作，持续跑完。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它让“想到”变成“能持续做到”，减少执行过程中的回落与断档。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9875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它不是多一个模块，而是在主会话和复杂执行之间，补一层真正的承接能力。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为什么再往下要接 `ACP + Codex`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复杂执行，不能只靠临时聊天。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22960" y="3154680"/>
            <a:ext cx="34747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51560" y="337413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主会话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51560" y="3758184"/>
            <a:ext cx="3063240" cy="145389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先把问题说明白，补上下文，收口目标。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4361688" y="3154680"/>
            <a:ext cx="34747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4590288" y="337413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ACP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590288" y="3758184"/>
            <a:ext cx="3063240" cy="145389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把任务送进合适的执行环境，让复杂任务有地方真正展开。</a:t>
            </a: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7900416" y="3154680"/>
            <a:ext cx="34747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8129016" y="337413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Codex</a:t>
            </a:r>
            <a:endParaRPr lang="en-US" sz="18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8129016" y="3758184"/>
            <a:ext cx="3063240" cy="145389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接住代码、文档、分析这些重执行内容，并把结果回写到专项里。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97296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它的价值，不只是“多用了一个工具”，而是把聊天里的判断推进成可执行、可落档、可复用的链路。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为什么长期记忆一定要有语义召回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长期记忆不是把东西存起来就够了，真正关键的是：需要的时候还能把相关内容捞回来。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342900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374136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找得到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758184"/>
            <a:ext cx="3017520" cy="140817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换个说法也能命中，不靠死记关键词。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42900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374136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758184"/>
            <a:ext cx="3017520" cy="140817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同一主题散在不同日期，也能一起捞出来。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3154680"/>
            <a:ext cx="342900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3374136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接得上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83880" y="3758184"/>
            <a:ext cx="3017520" cy="140817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先前判断能重新参与今天的问题分析。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97296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`gguf` 在这里不是一个技术名词，而是让长期记忆从“存着”变成“可用”的语义召回底座。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START SMALL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如果你也想搭，从这四步开始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先搭顺序，再追求完整；先能稳定跑，再谈系统丰富。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9808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6E8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08176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统一入口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不要让消息直接落正式台账，先有一层路由判断。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39312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拆开分工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03904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把提醒、今日聚焦、每日总结分开，不要混成一团。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28816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3408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87184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补执行层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93408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别把所有复杂任务都压在主会话里，给执行留承接层。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18320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2912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76688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补记忆层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82912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最后再加长期记忆和复盘，让历史真正回到今天。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74520"/>
            <a:ext cx="8778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重点不是让 AI 多回答一次，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542032"/>
            <a:ext cx="7315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B9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而是让协作少断一次。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32688" y="367588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CE6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从消息流到工作流，本质上是在给协作补“承接层”。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7091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THANKS</a:t>
            </a:r>
            <a:endParaRPr 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2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4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5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6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7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8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9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1962</Words>
  <Application>WPS 演示</Application>
  <PresentationFormat>On-screen Show (16:9)</PresentationFormat>
  <Paragraphs>234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Arial Unicode MS</vt:lpstr>
      <vt:lpstr>等线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OpenClaw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从消息流到工作流：AI 如何把零散协作变成持续推进</dc:title>
  <dc:creator>OpenClaw</dc:creator>
  <dc:subject>从消息流到工作流：AI 如何把零散协作变成持续推进</dc:subject>
  <cp:lastModifiedBy>谭晓雯</cp:lastModifiedBy>
  <cp:revision>2</cp:revision>
  <dcterms:created xsi:type="dcterms:W3CDTF">2026-04-02T03:00:00Z</dcterms:created>
  <dcterms:modified xsi:type="dcterms:W3CDTF">2026-04-02T03:24:22Z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623917B804294DB78E811F5B0E9BF5B3_12</vt:lpwstr>
  </property>
</Properties>
</file>